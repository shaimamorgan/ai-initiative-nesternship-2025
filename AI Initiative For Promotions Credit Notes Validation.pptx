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handoutMasterIdLst>
    <p:handoutMasterId r:id="rId40"/>
  </p:handoutMasterIdLst>
  <p:sldIdLst>
    <p:sldId id="322" r:id="rId5"/>
    <p:sldId id="321" r:id="rId6"/>
    <p:sldId id="320" r:id="rId7"/>
    <p:sldId id="323" r:id="rId8"/>
    <p:sldId id="318" r:id="rId9"/>
    <p:sldId id="324" r:id="rId10"/>
    <p:sldId id="325" r:id="rId11"/>
    <p:sldId id="326" r:id="rId12"/>
    <p:sldId id="327" r:id="rId13"/>
    <p:sldId id="328" r:id="rId14"/>
    <p:sldId id="329"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1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8525E8-7FCB-4B6D-8348-72559D99FB1E}" v="117" dt="2025-10-08T12:17:16.573"/>
  </p1510:revLst>
</p1510:revInfo>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5388" autoAdjust="0"/>
  </p:normalViewPr>
  <p:slideViewPr>
    <p:cSldViewPr snapToGrid="0">
      <p:cViewPr varScale="1">
        <p:scale>
          <a:sx n="78" d="100"/>
          <a:sy n="78" d="100"/>
        </p:scale>
        <p:origin x="542" y="7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gan,Shaimaa,EG-Cairo,External" userId="775f9b80-ba03-432c-9de6-52b984f1163c" providerId="ADAL" clId="{438525E8-7FCB-4B6D-8348-72559D99FB1E}"/>
    <pc:docChg chg="undo redo custSel addSld delSld modSld sldOrd modMainMaster">
      <pc:chgData name="Morgan,Shaimaa,EG-Cairo,External" userId="775f9b80-ba03-432c-9de6-52b984f1163c" providerId="ADAL" clId="{438525E8-7FCB-4B6D-8348-72559D99FB1E}" dt="2025-10-08T12:17:16.573" v="5949"/>
      <pc:docMkLst>
        <pc:docMk/>
      </pc:docMkLst>
      <pc:sldChg chg="modTransition">
        <pc:chgData name="Morgan,Shaimaa,EG-Cairo,External" userId="775f9b80-ba03-432c-9de6-52b984f1163c" providerId="ADAL" clId="{438525E8-7FCB-4B6D-8348-72559D99FB1E}" dt="2025-10-08T12:17:16.573" v="5949"/>
        <pc:sldMkLst>
          <pc:docMk/>
          <pc:sldMk cId="704370842" sldId="310"/>
        </pc:sldMkLst>
      </pc:sldChg>
      <pc:sldChg chg="modTransition">
        <pc:chgData name="Morgan,Shaimaa,EG-Cairo,External" userId="775f9b80-ba03-432c-9de6-52b984f1163c" providerId="ADAL" clId="{438525E8-7FCB-4B6D-8348-72559D99FB1E}" dt="2025-10-08T12:17:16.573" v="5949"/>
        <pc:sldMkLst>
          <pc:docMk/>
          <pc:sldMk cId="2906152353" sldId="318"/>
        </pc:sldMkLst>
      </pc:sldChg>
      <pc:sldChg chg="modSp mod modTransition">
        <pc:chgData name="Morgan,Shaimaa,EG-Cairo,External" userId="775f9b80-ba03-432c-9de6-52b984f1163c" providerId="ADAL" clId="{438525E8-7FCB-4B6D-8348-72559D99FB1E}" dt="2025-10-08T12:17:16.573" v="5949"/>
        <pc:sldMkLst>
          <pc:docMk/>
          <pc:sldMk cId="3752118431" sldId="320"/>
        </pc:sldMkLst>
        <pc:spChg chg="mod">
          <ac:chgData name="Morgan,Shaimaa,EG-Cairo,External" userId="775f9b80-ba03-432c-9de6-52b984f1163c" providerId="ADAL" clId="{438525E8-7FCB-4B6D-8348-72559D99FB1E}" dt="2025-10-03T17:13:12.652" v="79" actId="20577"/>
          <ac:spMkLst>
            <pc:docMk/>
            <pc:sldMk cId="3752118431" sldId="320"/>
            <ac:spMk id="3" creationId="{89D0E47E-D228-15EB-5886-33E9AA181D03}"/>
          </ac:spMkLst>
        </pc:spChg>
      </pc:sldChg>
      <pc:sldChg chg="modSp mod modTransition">
        <pc:chgData name="Morgan,Shaimaa,EG-Cairo,External" userId="775f9b80-ba03-432c-9de6-52b984f1163c" providerId="ADAL" clId="{438525E8-7FCB-4B6D-8348-72559D99FB1E}" dt="2025-10-08T12:17:16.573" v="5949"/>
        <pc:sldMkLst>
          <pc:docMk/>
          <pc:sldMk cId="1607455252" sldId="321"/>
        </pc:sldMkLst>
        <pc:spChg chg="mod">
          <ac:chgData name="Morgan,Shaimaa,EG-Cairo,External" userId="775f9b80-ba03-432c-9de6-52b984f1163c" providerId="ADAL" clId="{438525E8-7FCB-4B6D-8348-72559D99FB1E}" dt="2025-10-03T18:34:14.192" v="1427" actId="1076"/>
          <ac:spMkLst>
            <pc:docMk/>
            <pc:sldMk cId="1607455252" sldId="321"/>
            <ac:spMk id="3" creationId="{02BA04E6-CD61-B962-4287-DEC1993C32D6}"/>
          </ac:spMkLst>
        </pc:spChg>
      </pc:sldChg>
      <pc:sldChg chg="modTransition">
        <pc:chgData name="Morgan,Shaimaa,EG-Cairo,External" userId="775f9b80-ba03-432c-9de6-52b984f1163c" providerId="ADAL" clId="{438525E8-7FCB-4B6D-8348-72559D99FB1E}" dt="2025-10-08T12:17:16.573" v="5949"/>
        <pc:sldMkLst>
          <pc:docMk/>
          <pc:sldMk cId="3378822495" sldId="322"/>
        </pc:sldMkLst>
      </pc:sldChg>
      <pc:sldChg chg="delSp modSp mod modTransition">
        <pc:chgData name="Morgan,Shaimaa,EG-Cairo,External" userId="775f9b80-ba03-432c-9de6-52b984f1163c" providerId="ADAL" clId="{438525E8-7FCB-4B6D-8348-72559D99FB1E}" dt="2025-10-08T12:17:16.573" v="5949"/>
        <pc:sldMkLst>
          <pc:docMk/>
          <pc:sldMk cId="3842498245" sldId="323"/>
        </pc:sldMkLst>
        <pc:spChg chg="mod">
          <ac:chgData name="Morgan,Shaimaa,EG-Cairo,External" userId="775f9b80-ba03-432c-9de6-52b984f1163c" providerId="ADAL" clId="{438525E8-7FCB-4B6D-8348-72559D99FB1E}" dt="2025-10-03T17:18:59.116" v="256" actId="1076"/>
          <ac:spMkLst>
            <pc:docMk/>
            <pc:sldMk cId="3842498245" sldId="323"/>
            <ac:spMk id="4" creationId="{A94ED552-3AED-E68A-5DC4-829FB0456582}"/>
          </ac:spMkLst>
        </pc:spChg>
      </pc:sldChg>
      <pc:sldChg chg="modTransition">
        <pc:chgData name="Morgan,Shaimaa,EG-Cairo,External" userId="775f9b80-ba03-432c-9de6-52b984f1163c" providerId="ADAL" clId="{438525E8-7FCB-4B6D-8348-72559D99FB1E}" dt="2025-10-08T12:17:16.573" v="5949"/>
        <pc:sldMkLst>
          <pc:docMk/>
          <pc:sldMk cId="1657147389" sldId="324"/>
        </pc:sldMkLst>
      </pc:sldChg>
      <pc:sldChg chg="addSp delSp modSp add mod modTransition">
        <pc:chgData name="Morgan,Shaimaa,EG-Cairo,External" userId="775f9b80-ba03-432c-9de6-52b984f1163c" providerId="ADAL" clId="{438525E8-7FCB-4B6D-8348-72559D99FB1E}" dt="2025-10-08T12:17:16.573" v="5949"/>
        <pc:sldMkLst>
          <pc:docMk/>
          <pc:sldMk cId="2208157148" sldId="325"/>
        </pc:sldMkLst>
        <pc:spChg chg="add mod">
          <ac:chgData name="Morgan,Shaimaa,EG-Cairo,External" userId="775f9b80-ba03-432c-9de6-52b984f1163c" providerId="ADAL" clId="{438525E8-7FCB-4B6D-8348-72559D99FB1E}" dt="2025-10-03T17:15:01.198" v="141" actId="2711"/>
          <ac:spMkLst>
            <pc:docMk/>
            <pc:sldMk cId="2208157148" sldId="325"/>
            <ac:spMk id="5" creationId="{2AFC48A1-593B-6985-BD1B-FDB7E19DC57F}"/>
          </ac:spMkLst>
        </pc:spChg>
        <pc:spChg chg="add mod">
          <ac:chgData name="Morgan,Shaimaa,EG-Cairo,External" userId="775f9b80-ba03-432c-9de6-52b984f1163c" providerId="ADAL" clId="{438525E8-7FCB-4B6D-8348-72559D99FB1E}" dt="2025-10-03T17:23:25.854" v="564" actId="20577"/>
          <ac:spMkLst>
            <pc:docMk/>
            <pc:sldMk cId="2208157148" sldId="325"/>
            <ac:spMk id="9" creationId="{19C8CEEA-7047-88AD-6827-0905DAEA4CC5}"/>
          </ac:spMkLst>
        </pc:spChg>
        <pc:spChg chg="add mod">
          <ac:chgData name="Morgan,Shaimaa,EG-Cairo,External" userId="775f9b80-ba03-432c-9de6-52b984f1163c" providerId="ADAL" clId="{438525E8-7FCB-4B6D-8348-72559D99FB1E}" dt="2025-10-03T17:17:44.149" v="238" actId="1076"/>
          <ac:spMkLst>
            <pc:docMk/>
            <pc:sldMk cId="2208157148" sldId="325"/>
            <ac:spMk id="11" creationId="{5059AB45-D5BE-6D4E-268E-0F87D4C9C3BE}"/>
          </ac:spMkLst>
        </pc:spChg>
        <pc:spChg chg="add mod">
          <ac:chgData name="Morgan,Shaimaa,EG-Cairo,External" userId="775f9b80-ba03-432c-9de6-52b984f1163c" providerId="ADAL" clId="{438525E8-7FCB-4B6D-8348-72559D99FB1E}" dt="2025-10-03T17:18:34.976" v="253" actId="1076"/>
          <ac:spMkLst>
            <pc:docMk/>
            <pc:sldMk cId="2208157148" sldId="325"/>
            <ac:spMk id="14" creationId="{20DAB885-F22B-A761-95C1-D69164E939CD}"/>
          </ac:spMkLst>
        </pc:spChg>
        <pc:spChg chg="add mod">
          <ac:chgData name="Morgan,Shaimaa,EG-Cairo,External" userId="775f9b80-ba03-432c-9de6-52b984f1163c" providerId="ADAL" clId="{438525E8-7FCB-4B6D-8348-72559D99FB1E}" dt="2025-10-03T17:23:32.914" v="565" actId="1076"/>
          <ac:spMkLst>
            <pc:docMk/>
            <pc:sldMk cId="2208157148" sldId="325"/>
            <ac:spMk id="17" creationId="{EAA4BBFD-EC9E-AB53-3661-2DC3ABA3316E}"/>
          </ac:spMkLst>
        </pc:spChg>
        <pc:graphicFrameChg chg="add mod modGraphic">
          <ac:chgData name="Morgan,Shaimaa,EG-Cairo,External" userId="775f9b80-ba03-432c-9de6-52b984f1163c" providerId="ADAL" clId="{438525E8-7FCB-4B6D-8348-72559D99FB1E}" dt="2025-10-07T21:02:47.012" v="5593" actId="20577"/>
          <ac:graphicFrameMkLst>
            <pc:docMk/>
            <pc:sldMk cId="2208157148" sldId="325"/>
            <ac:graphicFrameMk id="15" creationId="{637D7274-BED7-089D-C7FC-BA85A0513FBA}"/>
          </ac:graphicFrameMkLst>
        </pc:graphicFrameChg>
        <pc:picChg chg="add mod">
          <ac:chgData name="Morgan,Shaimaa,EG-Cairo,External" userId="775f9b80-ba03-432c-9de6-52b984f1163c" providerId="ADAL" clId="{438525E8-7FCB-4B6D-8348-72559D99FB1E}" dt="2025-10-03T17:17:08.618" v="222" actId="1076"/>
          <ac:picMkLst>
            <pc:docMk/>
            <pc:sldMk cId="2208157148" sldId="325"/>
            <ac:picMk id="10" creationId="{CB2C0B54-4839-7174-DCF1-3656FAADFA1F}"/>
          </ac:picMkLst>
        </pc:picChg>
        <pc:picChg chg="add mod">
          <ac:chgData name="Morgan,Shaimaa,EG-Cairo,External" userId="775f9b80-ba03-432c-9de6-52b984f1163c" providerId="ADAL" clId="{438525E8-7FCB-4B6D-8348-72559D99FB1E}" dt="2025-10-03T17:18:37.804" v="254" actId="1076"/>
          <ac:picMkLst>
            <pc:docMk/>
            <pc:sldMk cId="2208157148" sldId="325"/>
            <ac:picMk id="12" creationId="{6F802CFC-C8A5-A4A0-063C-460991CC3BF0}"/>
          </ac:picMkLst>
        </pc:picChg>
      </pc:sldChg>
      <pc:sldChg chg="addSp delSp modSp add mod modTransition">
        <pc:chgData name="Morgan,Shaimaa,EG-Cairo,External" userId="775f9b80-ba03-432c-9de6-52b984f1163c" providerId="ADAL" clId="{438525E8-7FCB-4B6D-8348-72559D99FB1E}" dt="2025-10-08T12:17:16.573" v="5949"/>
        <pc:sldMkLst>
          <pc:docMk/>
          <pc:sldMk cId="3290692105" sldId="326"/>
        </pc:sldMkLst>
        <pc:picChg chg="add mod">
          <ac:chgData name="Morgan,Shaimaa,EG-Cairo,External" userId="775f9b80-ba03-432c-9de6-52b984f1163c" providerId="ADAL" clId="{438525E8-7FCB-4B6D-8348-72559D99FB1E}" dt="2025-10-03T18:17:20.725" v="897" actId="14100"/>
          <ac:picMkLst>
            <pc:docMk/>
            <pc:sldMk cId="3290692105" sldId="326"/>
            <ac:picMk id="5122" creationId="{49AE3EA6-5688-7628-AF83-6A18F8746505}"/>
          </ac:picMkLst>
        </pc:picChg>
      </pc:sldChg>
      <pc:sldChg chg="addSp modSp add modTransition">
        <pc:chgData name="Morgan,Shaimaa,EG-Cairo,External" userId="775f9b80-ba03-432c-9de6-52b984f1163c" providerId="ADAL" clId="{438525E8-7FCB-4B6D-8348-72559D99FB1E}" dt="2025-10-08T12:17:16.573" v="5949"/>
        <pc:sldMkLst>
          <pc:docMk/>
          <pc:sldMk cId="2927145397" sldId="327"/>
        </pc:sldMkLst>
        <pc:picChg chg="add mod">
          <ac:chgData name="Morgan,Shaimaa,EG-Cairo,External" userId="775f9b80-ba03-432c-9de6-52b984f1163c" providerId="ADAL" clId="{438525E8-7FCB-4B6D-8348-72559D99FB1E}" dt="2025-10-03T18:19:16.295" v="909" actId="1076"/>
          <ac:picMkLst>
            <pc:docMk/>
            <pc:sldMk cId="2927145397" sldId="327"/>
            <ac:picMk id="2" creationId="{CA186766-9A4C-AC82-DAB6-3444BA7D14D3}"/>
          </ac:picMkLst>
        </pc:picChg>
        <pc:picChg chg="add mod">
          <ac:chgData name="Morgan,Shaimaa,EG-Cairo,External" userId="775f9b80-ba03-432c-9de6-52b984f1163c" providerId="ADAL" clId="{438525E8-7FCB-4B6D-8348-72559D99FB1E}" dt="2025-10-03T18:19:30.217" v="911" actId="1076"/>
          <ac:picMkLst>
            <pc:docMk/>
            <pc:sldMk cId="2927145397" sldId="327"/>
            <ac:picMk id="3" creationId="{29F63811-0317-EAC7-FA0F-FE9BE1195C52}"/>
          </ac:picMkLst>
        </pc:picChg>
        <pc:picChg chg="mod">
          <ac:chgData name="Morgan,Shaimaa,EG-Cairo,External" userId="775f9b80-ba03-432c-9de6-52b984f1163c" providerId="ADAL" clId="{438525E8-7FCB-4B6D-8348-72559D99FB1E}" dt="2025-10-03T18:18:53.868" v="907" actId="1076"/>
          <ac:picMkLst>
            <pc:docMk/>
            <pc:sldMk cId="2927145397" sldId="327"/>
            <ac:picMk id="5122" creationId="{4E5E0E63-494D-2536-7FD3-C1E78EFABD00}"/>
          </ac:picMkLst>
        </pc:picChg>
      </pc:sldChg>
      <pc:sldChg chg="addSp delSp modSp add mod ord modTransition">
        <pc:chgData name="Morgan,Shaimaa,EG-Cairo,External" userId="775f9b80-ba03-432c-9de6-52b984f1163c" providerId="ADAL" clId="{438525E8-7FCB-4B6D-8348-72559D99FB1E}" dt="2025-10-08T12:17:16.573" v="5949"/>
        <pc:sldMkLst>
          <pc:docMk/>
          <pc:sldMk cId="3169775116" sldId="328"/>
        </pc:sldMkLst>
        <pc:spChg chg="add mod">
          <ac:chgData name="Morgan,Shaimaa,EG-Cairo,External" userId="775f9b80-ba03-432c-9de6-52b984f1163c" providerId="ADAL" clId="{438525E8-7FCB-4B6D-8348-72559D99FB1E}" dt="2025-10-03T18:28:22.937" v="1395" actId="20577"/>
          <ac:spMkLst>
            <pc:docMk/>
            <pc:sldMk cId="3169775116" sldId="328"/>
            <ac:spMk id="2" creationId="{759E264D-A43C-7E68-FB6E-8D9428227B93}"/>
          </ac:spMkLst>
        </pc:spChg>
        <pc:picChg chg="mod">
          <ac:chgData name="Morgan,Shaimaa,EG-Cairo,External" userId="775f9b80-ba03-432c-9de6-52b984f1163c" providerId="ADAL" clId="{438525E8-7FCB-4B6D-8348-72559D99FB1E}" dt="2025-10-03T18:20:11.616" v="918" actId="1076"/>
          <ac:picMkLst>
            <pc:docMk/>
            <pc:sldMk cId="3169775116" sldId="328"/>
            <ac:picMk id="5122" creationId="{532518D5-1158-80D8-CAA5-09AC298F7689}"/>
          </ac:picMkLst>
        </pc:picChg>
      </pc:sldChg>
      <pc:sldChg chg="addSp delSp modSp add mod modTransition">
        <pc:chgData name="Morgan,Shaimaa,EG-Cairo,External" userId="775f9b80-ba03-432c-9de6-52b984f1163c" providerId="ADAL" clId="{438525E8-7FCB-4B6D-8348-72559D99FB1E}" dt="2025-10-08T12:17:16.573" v="5949"/>
        <pc:sldMkLst>
          <pc:docMk/>
          <pc:sldMk cId="564371728" sldId="329"/>
        </pc:sldMkLst>
        <pc:spChg chg="add del mod">
          <ac:chgData name="Morgan,Shaimaa,EG-Cairo,External" userId="775f9b80-ba03-432c-9de6-52b984f1163c" providerId="ADAL" clId="{438525E8-7FCB-4B6D-8348-72559D99FB1E}" dt="2025-10-07T19:04:29.697" v="1434" actId="21"/>
          <ac:spMkLst>
            <pc:docMk/>
            <pc:sldMk cId="564371728" sldId="329"/>
            <ac:spMk id="4" creationId="{E4ECB142-45CF-09C1-196C-2503C51DA770}"/>
          </ac:spMkLst>
        </pc:spChg>
        <pc:spChg chg="add mod">
          <ac:chgData name="Morgan,Shaimaa,EG-Cairo,External" userId="775f9b80-ba03-432c-9de6-52b984f1163c" providerId="ADAL" clId="{438525E8-7FCB-4B6D-8348-72559D99FB1E}" dt="2025-10-07T19:08:10.853" v="1569" actId="1076"/>
          <ac:spMkLst>
            <pc:docMk/>
            <pc:sldMk cId="564371728" sldId="329"/>
            <ac:spMk id="8" creationId="{55D41D80-5174-EB7E-9FA7-F08C0BC01C80}"/>
          </ac:spMkLst>
        </pc:spChg>
        <pc:spChg chg="add mod">
          <ac:chgData name="Morgan,Shaimaa,EG-Cairo,External" userId="775f9b80-ba03-432c-9de6-52b984f1163c" providerId="ADAL" clId="{438525E8-7FCB-4B6D-8348-72559D99FB1E}" dt="2025-10-07T20:17:58.512" v="4267" actId="20577"/>
          <ac:spMkLst>
            <pc:docMk/>
            <pc:sldMk cId="564371728" sldId="329"/>
            <ac:spMk id="9" creationId="{DFF911A7-11E6-1007-534C-391BD120BE19}"/>
          </ac:spMkLst>
        </pc:spChg>
        <pc:picChg chg="add mod">
          <ac:chgData name="Morgan,Shaimaa,EG-Cairo,External" userId="775f9b80-ba03-432c-9de6-52b984f1163c" providerId="ADAL" clId="{438525E8-7FCB-4B6D-8348-72559D99FB1E}" dt="2025-10-07T19:08:02.822" v="1567" actId="1076"/>
          <ac:picMkLst>
            <pc:docMk/>
            <pc:sldMk cId="564371728" sldId="329"/>
            <ac:picMk id="3" creationId="{C1BDF670-98FE-2F53-9542-84E3FAEC43EA}"/>
          </ac:picMkLst>
        </pc:picChg>
        <pc:picChg chg="add mod">
          <ac:chgData name="Morgan,Shaimaa,EG-Cairo,External" userId="775f9b80-ba03-432c-9de6-52b984f1163c" providerId="ADAL" clId="{438525E8-7FCB-4B6D-8348-72559D99FB1E}" dt="2025-10-07T19:07:18.770" v="1558"/>
          <ac:picMkLst>
            <pc:docMk/>
            <pc:sldMk cId="564371728" sldId="329"/>
            <ac:picMk id="10" creationId="{9BEE19BC-02F8-E1FF-D859-8DF467D07BEE}"/>
          </ac:picMkLst>
        </pc:picChg>
        <pc:cxnChg chg="add del mod">
          <ac:chgData name="Morgan,Shaimaa,EG-Cairo,External" userId="775f9b80-ba03-432c-9de6-52b984f1163c" providerId="ADAL" clId="{438525E8-7FCB-4B6D-8348-72559D99FB1E}" dt="2025-10-07T19:04:55.089" v="1438" actId="21"/>
          <ac:cxnSpMkLst>
            <pc:docMk/>
            <pc:sldMk cId="564371728" sldId="329"/>
            <ac:cxnSpMk id="6" creationId="{F40E61B8-660B-7257-D27E-720DE7318C7B}"/>
          </ac:cxnSpMkLst>
        </pc:cxnChg>
      </pc:sldChg>
      <pc:sldChg chg="addSp delSp modSp new add del mod modTransition">
        <pc:chgData name="Morgan,Shaimaa,EG-Cairo,External" userId="775f9b80-ba03-432c-9de6-52b984f1163c" providerId="ADAL" clId="{438525E8-7FCB-4B6D-8348-72559D99FB1E}" dt="2025-10-07T19:37:46.863" v="2469" actId="2696"/>
        <pc:sldMkLst>
          <pc:docMk/>
          <pc:sldMk cId="3680988131" sldId="330"/>
        </pc:sldMkLst>
        <pc:spChg chg="del">
          <ac:chgData name="Morgan,Shaimaa,EG-Cairo,External" userId="775f9b80-ba03-432c-9de6-52b984f1163c" providerId="ADAL" clId="{438525E8-7FCB-4B6D-8348-72559D99FB1E}" dt="2025-10-07T19:08:44.519" v="1571" actId="21"/>
          <ac:spMkLst>
            <pc:docMk/>
            <pc:sldMk cId="3680988131" sldId="330"/>
            <ac:spMk id="2" creationId="{1FEE1792-EA21-DCBD-88FB-71F31F4AAFA4}"/>
          </ac:spMkLst>
        </pc:spChg>
        <pc:spChg chg="del">
          <ac:chgData name="Morgan,Shaimaa,EG-Cairo,External" userId="775f9b80-ba03-432c-9de6-52b984f1163c" providerId="ADAL" clId="{438525E8-7FCB-4B6D-8348-72559D99FB1E}" dt="2025-10-07T19:08:49.147" v="1572" actId="21"/>
          <ac:spMkLst>
            <pc:docMk/>
            <pc:sldMk cId="3680988131" sldId="330"/>
            <ac:spMk id="3" creationId="{BBA430EA-4717-45AF-9C68-E035DC0FBFEC}"/>
          </ac:spMkLst>
        </pc:spChg>
        <pc:spChg chg="del">
          <ac:chgData name="Morgan,Shaimaa,EG-Cairo,External" userId="775f9b80-ba03-432c-9de6-52b984f1163c" providerId="ADAL" clId="{438525E8-7FCB-4B6D-8348-72559D99FB1E}" dt="2025-10-07T19:08:54.943" v="1573" actId="21"/>
          <ac:spMkLst>
            <pc:docMk/>
            <pc:sldMk cId="3680988131" sldId="330"/>
            <ac:spMk id="4" creationId="{98B22AC6-0B60-34E9-C25A-CA53EA121B98}"/>
          </ac:spMkLst>
        </pc:spChg>
        <pc:spChg chg="add del mod">
          <ac:chgData name="Morgan,Shaimaa,EG-Cairo,External" userId="775f9b80-ba03-432c-9de6-52b984f1163c" providerId="ADAL" clId="{438525E8-7FCB-4B6D-8348-72559D99FB1E}" dt="2025-10-07T19:17:28.011" v="1807" actId="21"/>
          <ac:spMkLst>
            <pc:docMk/>
            <pc:sldMk cId="3680988131" sldId="330"/>
            <ac:spMk id="7" creationId="{F36DA5B5-85F3-D587-1469-6C97DF11AE9E}"/>
          </ac:spMkLst>
        </pc:spChg>
        <pc:spChg chg="add del mod">
          <ac:chgData name="Morgan,Shaimaa,EG-Cairo,External" userId="775f9b80-ba03-432c-9de6-52b984f1163c" providerId="ADAL" clId="{438525E8-7FCB-4B6D-8348-72559D99FB1E}" dt="2025-10-07T19:17:30.276" v="1808" actId="21"/>
          <ac:spMkLst>
            <pc:docMk/>
            <pc:sldMk cId="3680988131" sldId="330"/>
            <ac:spMk id="8" creationId="{66CFD5DC-C988-DD3D-801C-C9D64FBAD625}"/>
          </ac:spMkLst>
        </pc:spChg>
        <pc:picChg chg="add mod modCrop">
          <ac:chgData name="Morgan,Shaimaa,EG-Cairo,External" userId="775f9b80-ba03-432c-9de6-52b984f1163c" providerId="ADAL" clId="{438525E8-7FCB-4B6D-8348-72559D99FB1E}" dt="2025-10-07T19:18:54.276" v="1818" actId="1076"/>
          <ac:picMkLst>
            <pc:docMk/>
            <pc:sldMk cId="3680988131" sldId="330"/>
            <ac:picMk id="6" creationId="{212A0FA9-C325-FBE0-5E08-7F2B9B373A0D}"/>
          </ac:picMkLst>
        </pc:picChg>
        <pc:picChg chg="add del mod">
          <ac:chgData name="Morgan,Shaimaa,EG-Cairo,External" userId="775f9b80-ba03-432c-9de6-52b984f1163c" providerId="ADAL" clId="{438525E8-7FCB-4B6D-8348-72559D99FB1E}" dt="2025-10-07T19:18:47.291" v="1817" actId="21"/>
          <ac:picMkLst>
            <pc:docMk/>
            <pc:sldMk cId="3680988131" sldId="330"/>
            <ac:picMk id="9" creationId="{DE0512EC-F3B8-6F01-5D5C-8DB78ECC9309}"/>
          </ac:picMkLst>
        </pc:picChg>
      </pc:sldChg>
      <pc:sldChg chg="addSp delSp modSp add mod modTransition">
        <pc:chgData name="Morgan,Shaimaa,EG-Cairo,External" userId="775f9b80-ba03-432c-9de6-52b984f1163c" providerId="ADAL" clId="{438525E8-7FCB-4B6D-8348-72559D99FB1E}" dt="2025-10-08T12:17:16.573" v="5949"/>
        <pc:sldMkLst>
          <pc:docMk/>
          <pc:sldMk cId="2771241670" sldId="331"/>
        </pc:sldMkLst>
        <pc:spChg chg="add mod">
          <ac:chgData name="Morgan,Shaimaa,EG-Cairo,External" userId="775f9b80-ba03-432c-9de6-52b984f1163c" providerId="ADAL" clId="{438525E8-7FCB-4B6D-8348-72559D99FB1E}" dt="2025-10-07T20:17:52.654" v="4266" actId="14100"/>
          <ac:spMkLst>
            <pc:docMk/>
            <pc:sldMk cId="2771241670" sldId="331"/>
            <ac:spMk id="2" creationId="{37437A62-79A0-0095-6AE3-04068598B50D}"/>
          </ac:spMkLst>
        </pc:spChg>
        <pc:spChg chg="del mod">
          <ac:chgData name="Morgan,Shaimaa,EG-Cairo,External" userId="775f9b80-ba03-432c-9de6-52b984f1163c" providerId="ADAL" clId="{438525E8-7FCB-4B6D-8348-72559D99FB1E}" dt="2025-10-07T19:16:54.377" v="1801" actId="21"/>
          <ac:spMkLst>
            <pc:docMk/>
            <pc:sldMk cId="2771241670" sldId="331"/>
            <ac:spMk id="7" creationId="{1D8E5826-9DE4-98F9-02F7-2344A358BF53}"/>
          </ac:spMkLst>
        </pc:spChg>
        <pc:spChg chg="del mod">
          <ac:chgData name="Morgan,Shaimaa,EG-Cairo,External" userId="775f9b80-ba03-432c-9de6-52b984f1163c" providerId="ADAL" clId="{438525E8-7FCB-4B6D-8348-72559D99FB1E}" dt="2025-10-07T19:17:04.407" v="1804" actId="21"/>
          <ac:spMkLst>
            <pc:docMk/>
            <pc:sldMk cId="2771241670" sldId="331"/>
            <ac:spMk id="8" creationId="{6F8F22D5-4BA8-6F2D-3C5C-C17789CF0B4D}"/>
          </ac:spMkLst>
        </pc:spChg>
        <pc:picChg chg="add del mod">
          <ac:chgData name="Morgan,Shaimaa,EG-Cairo,External" userId="775f9b80-ba03-432c-9de6-52b984f1163c" providerId="ADAL" clId="{438525E8-7FCB-4B6D-8348-72559D99FB1E}" dt="2025-10-07T19:19:51.068" v="1822" actId="21"/>
          <ac:picMkLst>
            <pc:docMk/>
            <pc:sldMk cId="2771241670" sldId="331"/>
            <ac:picMk id="4" creationId="{787E83EF-37A4-D50A-977C-6A6F3384DECD}"/>
          </ac:picMkLst>
        </pc:picChg>
        <pc:picChg chg="del">
          <ac:chgData name="Morgan,Shaimaa,EG-Cairo,External" userId="775f9b80-ba03-432c-9de6-52b984f1163c" providerId="ADAL" clId="{438525E8-7FCB-4B6D-8348-72559D99FB1E}" dt="2025-10-07T19:16:39.782" v="1796" actId="21"/>
          <ac:picMkLst>
            <pc:docMk/>
            <pc:sldMk cId="2771241670" sldId="331"/>
            <ac:picMk id="6" creationId="{8B614024-9F6E-FFA5-9370-7AB32C1813DF}"/>
          </ac:picMkLst>
        </pc:picChg>
        <pc:picChg chg="mod">
          <ac:chgData name="Morgan,Shaimaa,EG-Cairo,External" userId="775f9b80-ba03-432c-9de6-52b984f1163c" providerId="ADAL" clId="{438525E8-7FCB-4B6D-8348-72559D99FB1E}" dt="2025-10-07T19:38:00.803" v="2470" actId="14100"/>
          <ac:picMkLst>
            <pc:docMk/>
            <pc:sldMk cId="2771241670" sldId="331"/>
            <ac:picMk id="9" creationId="{021899BB-52FA-A08F-9CD3-EF7841D3EA9F}"/>
          </ac:picMkLst>
        </pc:picChg>
        <pc:picChg chg="add mod">
          <ac:chgData name="Morgan,Shaimaa,EG-Cairo,External" userId="775f9b80-ba03-432c-9de6-52b984f1163c" providerId="ADAL" clId="{438525E8-7FCB-4B6D-8348-72559D99FB1E}" dt="2025-10-07T19:20:49.221" v="1832" actId="1076"/>
          <ac:picMkLst>
            <pc:docMk/>
            <pc:sldMk cId="2771241670" sldId="331"/>
            <ac:picMk id="10" creationId="{B8ADA794-9A7A-7887-6F78-B543C88B7E03}"/>
          </ac:picMkLst>
        </pc:picChg>
      </pc:sldChg>
      <pc:sldChg chg="addSp delSp modSp new mod modTransition">
        <pc:chgData name="Morgan,Shaimaa,EG-Cairo,External" userId="775f9b80-ba03-432c-9de6-52b984f1163c" providerId="ADAL" clId="{438525E8-7FCB-4B6D-8348-72559D99FB1E}" dt="2025-10-08T12:17:16.573" v="5949"/>
        <pc:sldMkLst>
          <pc:docMk/>
          <pc:sldMk cId="2603666867" sldId="332"/>
        </pc:sldMkLst>
        <pc:spChg chg="del">
          <ac:chgData name="Morgan,Shaimaa,EG-Cairo,External" userId="775f9b80-ba03-432c-9de6-52b984f1163c" providerId="ADAL" clId="{438525E8-7FCB-4B6D-8348-72559D99FB1E}" dt="2025-10-07T19:20:22.669" v="1826" actId="21"/>
          <ac:spMkLst>
            <pc:docMk/>
            <pc:sldMk cId="2603666867" sldId="332"/>
            <ac:spMk id="2" creationId="{79CC3700-189B-60EF-057E-55D8FAD541A5}"/>
          </ac:spMkLst>
        </pc:spChg>
        <pc:spChg chg="del">
          <ac:chgData name="Morgan,Shaimaa,EG-Cairo,External" userId="775f9b80-ba03-432c-9de6-52b984f1163c" providerId="ADAL" clId="{438525E8-7FCB-4B6D-8348-72559D99FB1E}" dt="2025-10-07T19:20:26.188" v="1827" actId="21"/>
          <ac:spMkLst>
            <pc:docMk/>
            <pc:sldMk cId="2603666867" sldId="332"/>
            <ac:spMk id="3" creationId="{2BBD0CBB-3C99-426F-1B70-DA7B554E888C}"/>
          </ac:spMkLst>
        </pc:spChg>
        <pc:spChg chg="add del">
          <ac:chgData name="Morgan,Shaimaa,EG-Cairo,External" userId="775f9b80-ba03-432c-9de6-52b984f1163c" providerId="ADAL" clId="{438525E8-7FCB-4B6D-8348-72559D99FB1E}" dt="2025-10-07T19:23:10.298" v="1929" actId="21"/>
          <ac:spMkLst>
            <pc:docMk/>
            <pc:sldMk cId="2603666867" sldId="332"/>
            <ac:spMk id="7" creationId="{D9437CF9-CD6B-265A-2DEF-4D084B936FCB}"/>
          </ac:spMkLst>
        </pc:spChg>
        <pc:spChg chg="add mod">
          <ac:chgData name="Morgan,Shaimaa,EG-Cairo,External" userId="775f9b80-ba03-432c-9de6-52b984f1163c" providerId="ADAL" clId="{438525E8-7FCB-4B6D-8348-72559D99FB1E}" dt="2025-10-07T20:17:42.008" v="4264" actId="20577"/>
          <ac:spMkLst>
            <pc:docMk/>
            <pc:sldMk cId="2603666867" sldId="332"/>
            <ac:spMk id="8" creationId="{73FF4D98-7BF3-7A7F-FF0F-8DBD6FF4364B}"/>
          </ac:spMkLst>
        </pc:spChg>
        <pc:picChg chg="add mod">
          <ac:chgData name="Morgan,Shaimaa,EG-Cairo,External" userId="775f9b80-ba03-432c-9de6-52b984f1163c" providerId="ADAL" clId="{438525E8-7FCB-4B6D-8348-72559D99FB1E}" dt="2025-10-07T19:21:10.553" v="1833" actId="14100"/>
          <ac:picMkLst>
            <pc:docMk/>
            <pc:sldMk cId="2603666867" sldId="332"/>
            <ac:picMk id="6" creationId="{5071CA33-ECEC-8E83-9901-04CB5020C99D}"/>
          </ac:picMkLst>
        </pc:picChg>
      </pc:sldChg>
      <pc:sldChg chg="addSp delSp modSp new mod modTransition">
        <pc:chgData name="Morgan,Shaimaa,EG-Cairo,External" userId="775f9b80-ba03-432c-9de6-52b984f1163c" providerId="ADAL" clId="{438525E8-7FCB-4B6D-8348-72559D99FB1E}" dt="2025-10-08T12:17:16.573" v="5949"/>
        <pc:sldMkLst>
          <pc:docMk/>
          <pc:sldMk cId="3081762312" sldId="333"/>
        </pc:sldMkLst>
        <pc:spChg chg="del">
          <ac:chgData name="Morgan,Shaimaa,EG-Cairo,External" userId="775f9b80-ba03-432c-9de6-52b984f1163c" providerId="ADAL" clId="{438525E8-7FCB-4B6D-8348-72559D99FB1E}" dt="2025-10-07T19:24:36.392" v="1932" actId="21"/>
          <ac:spMkLst>
            <pc:docMk/>
            <pc:sldMk cId="3081762312" sldId="333"/>
            <ac:spMk id="2" creationId="{84986A19-9575-2902-E0F9-094AA25EEA60}"/>
          </ac:spMkLst>
        </pc:spChg>
        <pc:spChg chg="del">
          <ac:chgData name="Morgan,Shaimaa,EG-Cairo,External" userId="775f9b80-ba03-432c-9de6-52b984f1163c" providerId="ADAL" clId="{438525E8-7FCB-4B6D-8348-72559D99FB1E}" dt="2025-10-07T19:24:39.782" v="1933" actId="21"/>
          <ac:spMkLst>
            <pc:docMk/>
            <pc:sldMk cId="3081762312" sldId="333"/>
            <ac:spMk id="3" creationId="{32B94FBD-C0D3-FD64-0B6A-89C41926D5BD}"/>
          </ac:spMkLst>
        </pc:spChg>
        <pc:spChg chg="add mod">
          <ac:chgData name="Morgan,Shaimaa,EG-Cairo,External" userId="775f9b80-ba03-432c-9de6-52b984f1163c" providerId="ADAL" clId="{438525E8-7FCB-4B6D-8348-72559D99FB1E}" dt="2025-10-07T20:17:34.652" v="4263" actId="20577"/>
          <ac:spMkLst>
            <pc:docMk/>
            <pc:sldMk cId="3081762312" sldId="333"/>
            <ac:spMk id="7" creationId="{8E662BC8-8300-8A20-0E95-75F662E93613}"/>
          </ac:spMkLst>
        </pc:spChg>
        <pc:picChg chg="add mod">
          <ac:chgData name="Morgan,Shaimaa,EG-Cairo,External" userId="775f9b80-ba03-432c-9de6-52b984f1163c" providerId="ADAL" clId="{438525E8-7FCB-4B6D-8348-72559D99FB1E}" dt="2025-10-07T19:25:19.434" v="1940" actId="1076"/>
          <ac:picMkLst>
            <pc:docMk/>
            <pc:sldMk cId="3081762312" sldId="333"/>
            <ac:picMk id="6" creationId="{8A46D5B2-EA31-5A28-D607-FAA84C98C79A}"/>
          </ac:picMkLst>
        </pc:picChg>
        <pc:picChg chg="add mod">
          <ac:chgData name="Morgan,Shaimaa,EG-Cairo,External" userId="775f9b80-ba03-432c-9de6-52b984f1163c" providerId="ADAL" clId="{438525E8-7FCB-4B6D-8348-72559D99FB1E}" dt="2025-10-07T19:27:41.013" v="2025" actId="1076"/>
          <ac:picMkLst>
            <pc:docMk/>
            <pc:sldMk cId="3081762312" sldId="333"/>
            <ac:picMk id="8" creationId="{C0DF9118-DF61-2AC2-FB70-D5975B32ACBB}"/>
          </ac:picMkLst>
        </pc:picChg>
      </pc:sldChg>
      <pc:sldChg chg="addSp delSp modSp add mod modTransition">
        <pc:chgData name="Morgan,Shaimaa,EG-Cairo,External" userId="775f9b80-ba03-432c-9de6-52b984f1163c" providerId="ADAL" clId="{438525E8-7FCB-4B6D-8348-72559D99FB1E}" dt="2025-10-08T12:17:16.573" v="5949"/>
        <pc:sldMkLst>
          <pc:docMk/>
          <pc:sldMk cId="2793387362" sldId="334"/>
        </pc:sldMkLst>
        <pc:spChg chg="add del mod">
          <ac:chgData name="Morgan,Shaimaa,EG-Cairo,External" userId="775f9b80-ba03-432c-9de6-52b984f1163c" providerId="ADAL" clId="{438525E8-7FCB-4B6D-8348-72559D99FB1E}" dt="2025-10-07T19:29:44.285" v="2057" actId="21"/>
          <ac:spMkLst>
            <pc:docMk/>
            <pc:sldMk cId="2793387362" sldId="334"/>
            <ac:spMk id="2" creationId="{70D8AD6E-45DC-3632-80BC-42DD91E5886D}"/>
          </ac:spMkLst>
        </pc:spChg>
        <pc:spChg chg="add mod">
          <ac:chgData name="Morgan,Shaimaa,EG-Cairo,External" userId="775f9b80-ba03-432c-9de6-52b984f1163c" providerId="ADAL" clId="{438525E8-7FCB-4B6D-8348-72559D99FB1E}" dt="2025-10-07T19:29:47.976" v="2058" actId="1076"/>
          <ac:spMkLst>
            <pc:docMk/>
            <pc:sldMk cId="2793387362" sldId="334"/>
            <ac:spMk id="3" creationId="{02DF7313-978B-2C23-2959-B8C3478320C4}"/>
          </ac:spMkLst>
        </pc:spChg>
        <pc:spChg chg="del">
          <ac:chgData name="Morgan,Shaimaa,EG-Cairo,External" userId="775f9b80-ba03-432c-9de6-52b984f1163c" providerId="ADAL" clId="{438525E8-7FCB-4B6D-8348-72559D99FB1E}" dt="2025-10-07T19:26:39.732" v="2013" actId="21"/>
          <ac:spMkLst>
            <pc:docMk/>
            <pc:sldMk cId="2793387362" sldId="334"/>
            <ac:spMk id="7" creationId="{6100C361-9314-13DD-F1DA-F665C853A1B5}"/>
          </ac:spMkLst>
        </pc:spChg>
        <pc:picChg chg="mod modCrop">
          <ac:chgData name="Morgan,Shaimaa,EG-Cairo,External" userId="775f9b80-ba03-432c-9de6-52b984f1163c" providerId="ADAL" clId="{438525E8-7FCB-4B6D-8348-72559D99FB1E}" dt="2025-10-07T19:28:22.221" v="2034" actId="14100"/>
          <ac:picMkLst>
            <pc:docMk/>
            <pc:sldMk cId="2793387362" sldId="334"/>
            <ac:picMk id="6" creationId="{2CE8EE55-D21F-2C8D-0920-FD49A16F3E4B}"/>
          </ac:picMkLst>
        </pc:picChg>
      </pc:sldChg>
      <pc:sldChg chg="addSp delSp modSp new mod modTransition">
        <pc:chgData name="Morgan,Shaimaa,EG-Cairo,External" userId="775f9b80-ba03-432c-9de6-52b984f1163c" providerId="ADAL" clId="{438525E8-7FCB-4B6D-8348-72559D99FB1E}" dt="2025-10-08T12:17:16.573" v="5949"/>
        <pc:sldMkLst>
          <pc:docMk/>
          <pc:sldMk cId="4035857869" sldId="335"/>
        </pc:sldMkLst>
        <pc:spChg chg="del">
          <ac:chgData name="Morgan,Shaimaa,EG-Cairo,External" userId="775f9b80-ba03-432c-9de6-52b984f1163c" providerId="ADAL" clId="{438525E8-7FCB-4B6D-8348-72559D99FB1E}" dt="2025-10-07T19:30:07.246" v="2060" actId="478"/>
          <ac:spMkLst>
            <pc:docMk/>
            <pc:sldMk cId="4035857869" sldId="335"/>
            <ac:spMk id="2" creationId="{6DF3F0AB-DA70-DF24-163A-9E3C76BB2797}"/>
          </ac:spMkLst>
        </pc:spChg>
        <pc:spChg chg="del">
          <ac:chgData name="Morgan,Shaimaa,EG-Cairo,External" userId="775f9b80-ba03-432c-9de6-52b984f1163c" providerId="ADAL" clId="{438525E8-7FCB-4B6D-8348-72559D99FB1E}" dt="2025-10-07T19:30:12.042" v="2061" actId="21"/>
          <ac:spMkLst>
            <pc:docMk/>
            <pc:sldMk cId="4035857869" sldId="335"/>
            <ac:spMk id="3" creationId="{8B2AB957-2086-F71E-D118-22C053088E6A}"/>
          </ac:spMkLst>
        </pc:spChg>
        <pc:spChg chg="add mod">
          <ac:chgData name="Morgan,Shaimaa,EG-Cairo,External" userId="775f9b80-ba03-432c-9de6-52b984f1163c" providerId="ADAL" clId="{438525E8-7FCB-4B6D-8348-72559D99FB1E}" dt="2025-10-07T19:50:51.732" v="2754" actId="20577"/>
          <ac:spMkLst>
            <pc:docMk/>
            <pc:sldMk cId="4035857869" sldId="335"/>
            <ac:spMk id="9" creationId="{90A779D4-4067-ADC7-C47B-3E3D6BFBFFBE}"/>
          </ac:spMkLst>
        </pc:spChg>
        <pc:picChg chg="add del mod">
          <ac:chgData name="Morgan,Shaimaa,EG-Cairo,External" userId="775f9b80-ba03-432c-9de6-52b984f1163c" providerId="ADAL" clId="{438525E8-7FCB-4B6D-8348-72559D99FB1E}" dt="2025-10-07T19:31:25.665" v="2065" actId="21"/>
          <ac:picMkLst>
            <pc:docMk/>
            <pc:sldMk cId="4035857869" sldId="335"/>
            <ac:picMk id="6" creationId="{9E112D6C-7AD8-2BAC-93F6-1C61480D878C}"/>
          </ac:picMkLst>
        </pc:picChg>
        <pc:picChg chg="add mod">
          <ac:chgData name="Morgan,Shaimaa,EG-Cairo,External" userId="775f9b80-ba03-432c-9de6-52b984f1163c" providerId="ADAL" clId="{438525E8-7FCB-4B6D-8348-72559D99FB1E}" dt="2025-10-07T19:36:23.401" v="2467" actId="1076"/>
          <ac:picMkLst>
            <pc:docMk/>
            <pc:sldMk cId="4035857869" sldId="335"/>
            <ac:picMk id="8" creationId="{2ECA8FC0-B98C-313D-A9DD-949179248E6E}"/>
          </ac:picMkLst>
        </pc:picChg>
      </pc:sldChg>
      <pc:sldChg chg="addSp delSp modSp new mod modTransition">
        <pc:chgData name="Morgan,Shaimaa,EG-Cairo,External" userId="775f9b80-ba03-432c-9de6-52b984f1163c" providerId="ADAL" clId="{438525E8-7FCB-4B6D-8348-72559D99FB1E}" dt="2025-10-08T12:17:16.573" v="5949"/>
        <pc:sldMkLst>
          <pc:docMk/>
          <pc:sldMk cId="2881151949" sldId="336"/>
        </pc:sldMkLst>
        <pc:spChg chg="del">
          <ac:chgData name="Morgan,Shaimaa,EG-Cairo,External" userId="775f9b80-ba03-432c-9de6-52b984f1163c" providerId="ADAL" clId="{438525E8-7FCB-4B6D-8348-72559D99FB1E}" dt="2025-10-07T19:40:07.797" v="2474" actId="21"/>
          <ac:spMkLst>
            <pc:docMk/>
            <pc:sldMk cId="2881151949" sldId="336"/>
            <ac:spMk id="2" creationId="{E70A1509-7E3D-08CE-3858-1F4B0CBE939F}"/>
          </ac:spMkLst>
        </pc:spChg>
        <pc:spChg chg="del">
          <ac:chgData name="Morgan,Shaimaa,EG-Cairo,External" userId="775f9b80-ba03-432c-9de6-52b984f1163c" providerId="ADAL" clId="{438525E8-7FCB-4B6D-8348-72559D99FB1E}" dt="2025-10-07T19:40:11.387" v="2475" actId="21"/>
          <ac:spMkLst>
            <pc:docMk/>
            <pc:sldMk cId="2881151949" sldId="336"/>
            <ac:spMk id="3" creationId="{ADED5505-3A8C-B69F-C7CC-105A7C2268D4}"/>
          </ac:spMkLst>
        </pc:spChg>
        <pc:spChg chg="add mod">
          <ac:chgData name="Morgan,Shaimaa,EG-Cairo,External" userId="775f9b80-ba03-432c-9de6-52b984f1163c" providerId="ADAL" clId="{438525E8-7FCB-4B6D-8348-72559D99FB1E}" dt="2025-10-07T19:41:13.834" v="2513" actId="1076"/>
          <ac:spMkLst>
            <pc:docMk/>
            <pc:sldMk cId="2881151949" sldId="336"/>
            <ac:spMk id="7" creationId="{8416513D-012D-2F8C-5337-F2513836D1BF}"/>
          </ac:spMkLst>
        </pc:spChg>
        <pc:picChg chg="add mod">
          <ac:chgData name="Morgan,Shaimaa,EG-Cairo,External" userId="775f9b80-ba03-432c-9de6-52b984f1163c" providerId="ADAL" clId="{438525E8-7FCB-4B6D-8348-72559D99FB1E}" dt="2025-10-07T19:40:32.002" v="2480" actId="1076"/>
          <ac:picMkLst>
            <pc:docMk/>
            <pc:sldMk cId="2881151949" sldId="336"/>
            <ac:picMk id="6" creationId="{669DC146-3ABE-175D-DBFD-3F5B19F9B6E0}"/>
          </ac:picMkLst>
        </pc:picChg>
      </pc:sldChg>
      <pc:sldChg chg="addSp delSp modSp new mod modTransition">
        <pc:chgData name="Morgan,Shaimaa,EG-Cairo,External" userId="775f9b80-ba03-432c-9de6-52b984f1163c" providerId="ADAL" clId="{438525E8-7FCB-4B6D-8348-72559D99FB1E}" dt="2025-10-08T12:17:16.573" v="5949"/>
        <pc:sldMkLst>
          <pc:docMk/>
          <pc:sldMk cId="171153611" sldId="337"/>
        </pc:sldMkLst>
        <pc:spChg chg="del">
          <ac:chgData name="Morgan,Shaimaa,EG-Cairo,External" userId="775f9b80-ba03-432c-9de6-52b984f1163c" providerId="ADAL" clId="{438525E8-7FCB-4B6D-8348-72559D99FB1E}" dt="2025-10-07T19:41:37.203" v="2516" actId="478"/>
          <ac:spMkLst>
            <pc:docMk/>
            <pc:sldMk cId="171153611" sldId="337"/>
            <ac:spMk id="2" creationId="{88938117-6D8B-0B44-C0C5-D89401EF7250}"/>
          </ac:spMkLst>
        </pc:spChg>
        <pc:spChg chg="del">
          <ac:chgData name="Morgan,Shaimaa,EG-Cairo,External" userId="775f9b80-ba03-432c-9de6-52b984f1163c" providerId="ADAL" clId="{438525E8-7FCB-4B6D-8348-72559D99FB1E}" dt="2025-10-07T19:41:40.497" v="2517" actId="478"/>
          <ac:spMkLst>
            <pc:docMk/>
            <pc:sldMk cId="171153611" sldId="337"/>
            <ac:spMk id="3" creationId="{5A8E66FA-B5C3-7D49-8B0B-BB26B21AA63A}"/>
          </ac:spMkLst>
        </pc:spChg>
        <pc:spChg chg="add mod">
          <ac:chgData name="Morgan,Shaimaa,EG-Cairo,External" userId="775f9b80-ba03-432c-9de6-52b984f1163c" providerId="ADAL" clId="{438525E8-7FCB-4B6D-8348-72559D99FB1E}" dt="2025-10-07T19:42:38.277" v="2521"/>
          <ac:spMkLst>
            <pc:docMk/>
            <pc:sldMk cId="171153611" sldId="337"/>
            <ac:spMk id="7" creationId="{ADED5505-3A8C-B69F-C7CC-105A7C2268D4}"/>
          </ac:spMkLst>
        </pc:spChg>
        <pc:picChg chg="add mod">
          <ac:chgData name="Morgan,Shaimaa,EG-Cairo,External" userId="775f9b80-ba03-432c-9de6-52b984f1163c" providerId="ADAL" clId="{438525E8-7FCB-4B6D-8348-72559D99FB1E}" dt="2025-10-07T19:42:07.238" v="2520" actId="962"/>
          <ac:picMkLst>
            <pc:docMk/>
            <pc:sldMk cId="171153611" sldId="337"/>
            <ac:picMk id="6" creationId="{02037637-0868-D07A-C5EF-EEDC43D9B53E}"/>
          </ac:picMkLst>
        </pc:picChg>
      </pc:sldChg>
      <pc:sldChg chg="addSp delSp modSp new mod modTransition">
        <pc:chgData name="Morgan,Shaimaa,EG-Cairo,External" userId="775f9b80-ba03-432c-9de6-52b984f1163c" providerId="ADAL" clId="{438525E8-7FCB-4B6D-8348-72559D99FB1E}" dt="2025-10-08T12:17:16.573" v="5949"/>
        <pc:sldMkLst>
          <pc:docMk/>
          <pc:sldMk cId="3560473212" sldId="338"/>
        </pc:sldMkLst>
        <pc:spChg chg="del">
          <ac:chgData name="Morgan,Shaimaa,EG-Cairo,External" userId="775f9b80-ba03-432c-9de6-52b984f1163c" providerId="ADAL" clId="{438525E8-7FCB-4B6D-8348-72559D99FB1E}" dt="2025-10-07T19:42:55.046" v="2523" actId="21"/>
          <ac:spMkLst>
            <pc:docMk/>
            <pc:sldMk cId="3560473212" sldId="338"/>
            <ac:spMk id="2" creationId="{6E4D9020-99EE-6482-C664-6C8E95342FE8}"/>
          </ac:spMkLst>
        </pc:spChg>
        <pc:spChg chg="del">
          <ac:chgData name="Morgan,Shaimaa,EG-Cairo,External" userId="775f9b80-ba03-432c-9de6-52b984f1163c" providerId="ADAL" clId="{438525E8-7FCB-4B6D-8348-72559D99FB1E}" dt="2025-10-07T19:42:58.606" v="2524" actId="21"/>
          <ac:spMkLst>
            <pc:docMk/>
            <pc:sldMk cId="3560473212" sldId="338"/>
            <ac:spMk id="3" creationId="{B27363BE-4060-DAD1-2599-668C455F7D9E}"/>
          </ac:spMkLst>
        </pc:spChg>
        <pc:spChg chg="add del mod">
          <ac:chgData name="Morgan,Shaimaa,EG-Cairo,External" userId="775f9b80-ba03-432c-9de6-52b984f1163c" providerId="ADAL" clId="{438525E8-7FCB-4B6D-8348-72559D99FB1E}" dt="2025-10-07T19:44:06.326" v="2539" actId="21"/>
          <ac:spMkLst>
            <pc:docMk/>
            <pc:sldMk cId="3560473212" sldId="338"/>
            <ac:spMk id="7" creationId="{98F749AC-701D-F0E1-477B-84C7741FBDA9}"/>
          </ac:spMkLst>
        </pc:spChg>
        <pc:spChg chg="add del mod">
          <ac:chgData name="Morgan,Shaimaa,EG-Cairo,External" userId="775f9b80-ba03-432c-9de6-52b984f1163c" providerId="ADAL" clId="{438525E8-7FCB-4B6D-8348-72559D99FB1E}" dt="2025-10-07T19:44:22.313" v="2540" actId="21"/>
          <ac:spMkLst>
            <pc:docMk/>
            <pc:sldMk cId="3560473212" sldId="338"/>
            <ac:spMk id="8" creationId="{D511915D-5D18-4FED-FEBA-59ADD9F3C246}"/>
          </ac:spMkLst>
        </pc:spChg>
        <pc:spChg chg="add mod">
          <ac:chgData name="Morgan,Shaimaa,EG-Cairo,External" userId="775f9b80-ba03-432c-9de6-52b984f1163c" providerId="ADAL" clId="{438525E8-7FCB-4B6D-8348-72559D99FB1E}" dt="2025-10-07T19:46:21.676" v="2664" actId="20577"/>
          <ac:spMkLst>
            <pc:docMk/>
            <pc:sldMk cId="3560473212" sldId="338"/>
            <ac:spMk id="9" creationId="{00AB9F8C-F9E9-6931-AEE9-57DAEA8DC562}"/>
          </ac:spMkLst>
        </pc:spChg>
        <pc:picChg chg="add mod">
          <ac:chgData name="Morgan,Shaimaa,EG-Cairo,External" userId="775f9b80-ba03-432c-9de6-52b984f1163c" providerId="ADAL" clId="{438525E8-7FCB-4B6D-8348-72559D99FB1E}" dt="2025-10-07T19:43:25.678" v="2531" actId="1076"/>
          <ac:picMkLst>
            <pc:docMk/>
            <pc:sldMk cId="3560473212" sldId="338"/>
            <ac:picMk id="6" creationId="{4FD82CFB-AE5A-85EC-A056-CBF07B0E6A86}"/>
          </ac:picMkLst>
        </pc:picChg>
      </pc:sldChg>
      <pc:sldChg chg="addSp delSp modSp new mod modTransition">
        <pc:chgData name="Morgan,Shaimaa,EG-Cairo,External" userId="775f9b80-ba03-432c-9de6-52b984f1163c" providerId="ADAL" clId="{438525E8-7FCB-4B6D-8348-72559D99FB1E}" dt="2025-10-08T12:17:16.573" v="5949"/>
        <pc:sldMkLst>
          <pc:docMk/>
          <pc:sldMk cId="4166211501" sldId="339"/>
        </pc:sldMkLst>
        <pc:spChg chg="del">
          <ac:chgData name="Morgan,Shaimaa,EG-Cairo,External" userId="775f9b80-ba03-432c-9de6-52b984f1163c" providerId="ADAL" clId="{438525E8-7FCB-4B6D-8348-72559D99FB1E}" dt="2025-10-07T19:46:45.098" v="2666" actId="21"/>
          <ac:spMkLst>
            <pc:docMk/>
            <pc:sldMk cId="4166211501" sldId="339"/>
            <ac:spMk id="2" creationId="{666F0EFF-81E3-DE7F-2F4D-452A8FC82C42}"/>
          </ac:spMkLst>
        </pc:spChg>
        <pc:spChg chg="del">
          <ac:chgData name="Morgan,Shaimaa,EG-Cairo,External" userId="775f9b80-ba03-432c-9de6-52b984f1163c" providerId="ADAL" clId="{438525E8-7FCB-4B6D-8348-72559D99FB1E}" dt="2025-10-07T19:46:48.355" v="2667" actId="21"/>
          <ac:spMkLst>
            <pc:docMk/>
            <pc:sldMk cId="4166211501" sldId="339"/>
            <ac:spMk id="3" creationId="{2938FAEC-20D9-7474-4204-B6FE3F65CF72}"/>
          </ac:spMkLst>
        </pc:spChg>
        <pc:spChg chg="add mod">
          <ac:chgData name="Morgan,Shaimaa,EG-Cairo,External" userId="775f9b80-ba03-432c-9de6-52b984f1163c" providerId="ADAL" clId="{438525E8-7FCB-4B6D-8348-72559D99FB1E}" dt="2025-10-07T20:17:22.414" v="4262" actId="20577"/>
          <ac:spMkLst>
            <pc:docMk/>
            <pc:sldMk cId="4166211501" sldId="339"/>
            <ac:spMk id="9" creationId="{22DC07C3-BE73-6968-66F5-96CDC479829E}"/>
          </ac:spMkLst>
        </pc:spChg>
        <pc:picChg chg="add del mod">
          <ac:chgData name="Morgan,Shaimaa,EG-Cairo,External" userId="775f9b80-ba03-432c-9de6-52b984f1163c" providerId="ADAL" clId="{438525E8-7FCB-4B6D-8348-72559D99FB1E}" dt="2025-10-07T19:47:05.639" v="2671" actId="21"/>
          <ac:picMkLst>
            <pc:docMk/>
            <pc:sldMk cId="4166211501" sldId="339"/>
            <ac:picMk id="6" creationId="{FED107FB-3C0C-02C4-F73E-0183630766EF}"/>
          </ac:picMkLst>
        </pc:picChg>
        <pc:picChg chg="add mod">
          <ac:chgData name="Morgan,Shaimaa,EG-Cairo,External" userId="775f9b80-ba03-432c-9de6-52b984f1163c" providerId="ADAL" clId="{438525E8-7FCB-4B6D-8348-72559D99FB1E}" dt="2025-10-07T19:47:30.567" v="2675" actId="14100"/>
          <ac:picMkLst>
            <pc:docMk/>
            <pc:sldMk cId="4166211501" sldId="339"/>
            <ac:picMk id="8" creationId="{4E49DF8E-491A-74A8-7135-C5DF79661EBC}"/>
          </ac:picMkLst>
        </pc:picChg>
      </pc:sldChg>
      <pc:sldChg chg="addSp delSp modSp new mod modTransition">
        <pc:chgData name="Morgan,Shaimaa,EG-Cairo,External" userId="775f9b80-ba03-432c-9de6-52b984f1163c" providerId="ADAL" clId="{438525E8-7FCB-4B6D-8348-72559D99FB1E}" dt="2025-10-08T12:17:16.573" v="5949"/>
        <pc:sldMkLst>
          <pc:docMk/>
          <pc:sldMk cId="1502733143" sldId="340"/>
        </pc:sldMkLst>
        <pc:spChg chg="del">
          <ac:chgData name="Morgan,Shaimaa,EG-Cairo,External" userId="775f9b80-ba03-432c-9de6-52b984f1163c" providerId="ADAL" clId="{438525E8-7FCB-4B6D-8348-72559D99FB1E}" dt="2025-10-07T19:48:57.584" v="2729" actId="21"/>
          <ac:spMkLst>
            <pc:docMk/>
            <pc:sldMk cId="1502733143" sldId="340"/>
            <ac:spMk id="2" creationId="{FFCDDBFA-F934-35C3-D2BB-C9345061CF13}"/>
          </ac:spMkLst>
        </pc:spChg>
        <pc:spChg chg="del">
          <ac:chgData name="Morgan,Shaimaa,EG-Cairo,External" userId="775f9b80-ba03-432c-9de6-52b984f1163c" providerId="ADAL" clId="{438525E8-7FCB-4B6D-8348-72559D99FB1E}" dt="2025-10-07T19:49:03.190" v="2730" actId="21"/>
          <ac:spMkLst>
            <pc:docMk/>
            <pc:sldMk cId="1502733143" sldId="340"/>
            <ac:spMk id="3" creationId="{80B29AD6-DAEB-AC0A-C536-D73632F83752}"/>
          </ac:spMkLst>
        </pc:spChg>
        <pc:picChg chg="add mod">
          <ac:chgData name="Morgan,Shaimaa,EG-Cairo,External" userId="775f9b80-ba03-432c-9de6-52b984f1163c" providerId="ADAL" clId="{438525E8-7FCB-4B6D-8348-72559D99FB1E}" dt="2025-10-07T19:49:17.089" v="2733" actId="962"/>
          <ac:picMkLst>
            <pc:docMk/>
            <pc:sldMk cId="1502733143" sldId="340"/>
            <ac:picMk id="6" creationId="{F884EDE6-C19F-B49E-0925-375E784EA6A3}"/>
          </ac:picMkLst>
        </pc:picChg>
      </pc:sldChg>
      <pc:sldChg chg="addSp delSp modSp new mod modTransition">
        <pc:chgData name="Morgan,Shaimaa,EG-Cairo,External" userId="775f9b80-ba03-432c-9de6-52b984f1163c" providerId="ADAL" clId="{438525E8-7FCB-4B6D-8348-72559D99FB1E}" dt="2025-10-08T12:17:16.573" v="5949"/>
        <pc:sldMkLst>
          <pc:docMk/>
          <pc:sldMk cId="1828186680" sldId="341"/>
        </pc:sldMkLst>
        <pc:spChg chg="del">
          <ac:chgData name="Morgan,Shaimaa,EG-Cairo,External" userId="775f9b80-ba03-432c-9de6-52b984f1163c" providerId="ADAL" clId="{438525E8-7FCB-4B6D-8348-72559D99FB1E}" dt="2025-10-07T19:49:49.816" v="2736" actId="21"/>
          <ac:spMkLst>
            <pc:docMk/>
            <pc:sldMk cId="1828186680" sldId="341"/>
            <ac:spMk id="2" creationId="{EC2D1059-ED70-89A2-318A-F7210F372105}"/>
          </ac:spMkLst>
        </pc:spChg>
        <pc:spChg chg="del">
          <ac:chgData name="Morgan,Shaimaa,EG-Cairo,External" userId="775f9b80-ba03-432c-9de6-52b984f1163c" providerId="ADAL" clId="{438525E8-7FCB-4B6D-8348-72559D99FB1E}" dt="2025-10-07T19:49:52.876" v="2737" actId="21"/>
          <ac:spMkLst>
            <pc:docMk/>
            <pc:sldMk cId="1828186680" sldId="341"/>
            <ac:spMk id="3" creationId="{4B8F22BF-0939-6C08-AEAA-668DA655612B}"/>
          </ac:spMkLst>
        </pc:spChg>
        <pc:spChg chg="add mod">
          <ac:chgData name="Morgan,Shaimaa,EG-Cairo,External" userId="775f9b80-ba03-432c-9de6-52b984f1163c" providerId="ADAL" clId="{438525E8-7FCB-4B6D-8348-72559D99FB1E}" dt="2025-10-07T20:17:16.445" v="4261" actId="20577"/>
          <ac:spMkLst>
            <pc:docMk/>
            <pc:sldMk cId="1828186680" sldId="341"/>
            <ac:spMk id="6" creationId="{8C6F524E-884F-5567-DBCA-D895229EBA6F}"/>
          </ac:spMkLst>
        </pc:spChg>
        <pc:picChg chg="add mod">
          <ac:chgData name="Morgan,Shaimaa,EG-Cairo,External" userId="775f9b80-ba03-432c-9de6-52b984f1163c" providerId="ADAL" clId="{438525E8-7FCB-4B6D-8348-72559D99FB1E}" dt="2025-10-07T19:55:14.171" v="2943" actId="1076"/>
          <ac:picMkLst>
            <pc:docMk/>
            <pc:sldMk cId="1828186680" sldId="341"/>
            <ac:picMk id="5" creationId="{B84F692A-4449-37F5-FD97-6F5B9AE67EF0}"/>
          </ac:picMkLst>
        </pc:picChg>
      </pc:sldChg>
      <pc:sldChg chg="addSp delSp modSp new mod modTransition">
        <pc:chgData name="Morgan,Shaimaa,EG-Cairo,External" userId="775f9b80-ba03-432c-9de6-52b984f1163c" providerId="ADAL" clId="{438525E8-7FCB-4B6D-8348-72559D99FB1E}" dt="2025-10-08T12:17:16.573" v="5949"/>
        <pc:sldMkLst>
          <pc:docMk/>
          <pc:sldMk cId="2137493603" sldId="342"/>
        </pc:sldMkLst>
        <pc:spChg chg="del">
          <ac:chgData name="Morgan,Shaimaa,EG-Cairo,External" userId="775f9b80-ba03-432c-9de6-52b984f1163c" providerId="ADAL" clId="{438525E8-7FCB-4B6D-8348-72559D99FB1E}" dt="2025-10-07T19:55:44.801" v="2946" actId="21"/>
          <ac:spMkLst>
            <pc:docMk/>
            <pc:sldMk cId="2137493603" sldId="342"/>
            <ac:spMk id="2" creationId="{134470AF-6BC5-3E1C-CA2D-EFEB2E448508}"/>
          </ac:spMkLst>
        </pc:spChg>
        <pc:spChg chg="del">
          <ac:chgData name="Morgan,Shaimaa,EG-Cairo,External" userId="775f9b80-ba03-432c-9de6-52b984f1163c" providerId="ADAL" clId="{438525E8-7FCB-4B6D-8348-72559D99FB1E}" dt="2025-10-07T19:55:47.737" v="2947" actId="21"/>
          <ac:spMkLst>
            <pc:docMk/>
            <pc:sldMk cId="2137493603" sldId="342"/>
            <ac:spMk id="3" creationId="{BCEC3512-9BE2-0043-D823-7D78678F6D7A}"/>
          </ac:spMkLst>
        </pc:spChg>
        <pc:spChg chg="add del mod">
          <ac:chgData name="Morgan,Shaimaa,EG-Cairo,External" userId="775f9b80-ba03-432c-9de6-52b984f1163c" providerId="ADAL" clId="{438525E8-7FCB-4B6D-8348-72559D99FB1E}" dt="2025-10-07T19:58:40.715" v="2960" actId="21"/>
          <ac:spMkLst>
            <pc:docMk/>
            <pc:sldMk cId="2137493603" sldId="342"/>
            <ac:spMk id="9" creationId="{901CE7DE-954F-C842-A127-9E99658B7397}"/>
          </ac:spMkLst>
        </pc:spChg>
        <pc:spChg chg="add del mod">
          <ac:chgData name="Morgan,Shaimaa,EG-Cairo,External" userId="775f9b80-ba03-432c-9de6-52b984f1163c" providerId="ADAL" clId="{438525E8-7FCB-4B6D-8348-72559D99FB1E}" dt="2025-10-07T19:59:17.596" v="2969" actId="21"/>
          <ac:spMkLst>
            <pc:docMk/>
            <pc:sldMk cId="2137493603" sldId="342"/>
            <ac:spMk id="10" creationId="{4F463218-7BB6-E291-7251-94CE44479388}"/>
          </ac:spMkLst>
        </pc:spChg>
        <pc:spChg chg="add mod">
          <ac:chgData name="Morgan,Shaimaa,EG-Cairo,External" userId="775f9b80-ba03-432c-9de6-52b984f1163c" providerId="ADAL" clId="{438525E8-7FCB-4B6D-8348-72559D99FB1E}" dt="2025-10-07T20:24:48.081" v="4528" actId="20577"/>
          <ac:spMkLst>
            <pc:docMk/>
            <pc:sldMk cId="2137493603" sldId="342"/>
            <ac:spMk id="11" creationId="{F1ED645E-CD0F-9E83-864D-95273EB0E229}"/>
          </ac:spMkLst>
        </pc:spChg>
        <pc:picChg chg="add del mod">
          <ac:chgData name="Morgan,Shaimaa,EG-Cairo,External" userId="775f9b80-ba03-432c-9de6-52b984f1163c" providerId="ADAL" clId="{438525E8-7FCB-4B6D-8348-72559D99FB1E}" dt="2025-10-07T19:57:56.016" v="2951" actId="21"/>
          <ac:picMkLst>
            <pc:docMk/>
            <pc:sldMk cId="2137493603" sldId="342"/>
            <ac:picMk id="6" creationId="{A8D42B7E-EF39-FCB3-E252-1973A19952D5}"/>
          </ac:picMkLst>
        </pc:picChg>
        <pc:picChg chg="add mod">
          <ac:chgData name="Morgan,Shaimaa,EG-Cairo,External" userId="775f9b80-ba03-432c-9de6-52b984f1163c" providerId="ADAL" clId="{438525E8-7FCB-4B6D-8348-72559D99FB1E}" dt="2025-10-07T19:58:30.176" v="2959" actId="1076"/>
          <ac:picMkLst>
            <pc:docMk/>
            <pc:sldMk cId="2137493603" sldId="342"/>
            <ac:picMk id="8" creationId="{DFDDD734-1925-B47E-85FE-E340CE0C374D}"/>
          </ac:picMkLst>
        </pc:picChg>
      </pc:sldChg>
      <pc:sldChg chg="addSp delSp modSp new mod modTransition">
        <pc:chgData name="Morgan,Shaimaa,EG-Cairo,External" userId="775f9b80-ba03-432c-9de6-52b984f1163c" providerId="ADAL" clId="{438525E8-7FCB-4B6D-8348-72559D99FB1E}" dt="2025-10-08T12:17:16.573" v="5949"/>
        <pc:sldMkLst>
          <pc:docMk/>
          <pc:sldMk cId="675474930" sldId="343"/>
        </pc:sldMkLst>
        <pc:spChg chg="del">
          <ac:chgData name="Morgan,Shaimaa,EG-Cairo,External" userId="775f9b80-ba03-432c-9de6-52b984f1163c" providerId="ADAL" clId="{438525E8-7FCB-4B6D-8348-72559D99FB1E}" dt="2025-10-07T20:04:43.064" v="3391" actId="21"/>
          <ac:spMkLst>
            <pc:docMk/>
            <pc:sldMk cId="675474930" sldId="343"/>
            <ac:spMk id="2" creationId="{A50D0F72-862F-861A-D08C-80F18B0E6A41}"/>
          </ac:spMkLst>
        </pc:spChg>
        <pc:spChg chg="del">
          <ac:chgData name="Morgan,Shaimaa,EG-Cairo,External" userId="775f9b80-ba03-432c-9de6-52b984f1163c" providerId="ADAL" clId="{438525E8-7FCB-4B6D-8348-72559D99FB1E}" dt="2025-10-07T20:04:47.527" v="3392" actId="21"/>
          <ac:spMkLst>
            <pc:docMk/>
            <pc:sldMk cId="675474930" sldId="343"/>
            <ac:spMk id="3" creationId="{6FA2F7D8-6948-FBDF-3A1F-17F3FD2168BB}"/>
          </ac:spMkLst>
        </pc:spChg>
        <pc:spChg chg="add mod">
          <ac:chgData name="Morgan,Shaimaa,EG-Cairo,External" userId="775f9b80-ba03-432c-9de6-52b984f1163c" providerId="ADAL" clId="{438525E8-7FCB-4B6D-8348-72559D99FB1E}" dt="2025-10-07T20:35:37.799" v="4870" actId="20577"/>
          <ac:spMkLst>
            <pc:docMk/>
            <pc:sldMk cId="675474930" sldId="343"/>
            <ac:spMk id="7" creationId="{BEEFD14F-C4EE-C557-1EC5-D2456BAD897C}"/>
          </ac:spMkLst>
        </pc:spChg>
        <pc:picChg chg="add mod">
          <ac:chgData name="Morgan,Shaimaa,EG-Cairo,External" userId="775f9b80-ba03-432c-9de6-52b984f1163c" providerId="ADAL" clId="{438525E8-7FCB-4B6D-8348-72559D99FB1E}" dt="2025-10-07T20:07:43.608" v="3567" actId="1076"/>
          <ac:picMkLst>
            <pc:docMk/>
            <pc:sldMk cId="675474930" sldId="343"/>
            <ac:picMk id="6" creationId="{1E69D16B-1FA5-85C9-8A43-C7925714CB45}"/>
          </ac:picMkLst>
        </pc:picChg>
      </pc:sldChg>
      <pc:sldChg chg="addSp delSp modSp new mod modTransition">
        <pc:chgData name="Morgan,Shaimaa,EG-Cairo,External" userId="775f9b80-ba03-432c-9de6-52b984f1163c" providerId="ADAL" clId="{438525E8-7FCB-4B6D-8348-72559D99FB1E}" dt="2025-10-08T12:17:16.573" v="5949"/>
        <pc:sldMkLst>
          <pc:docMk/>
          <pc:sldMk cId="1639834599" sldId="344"/>
        </pc:sldMkLst>
        <pc:spChg chg="del">
          <ac:chgData name="Morgan,Shaimaa,EG-Cairo,External" userId="775f9b80-ba03-432c-9de6-52b984f1163c" providerId="ADAL" clId="{438525E8-7FCB-4B6D-8348-72559D99FB1E}" dt="2025-10-07T20:13:32.709" v="4102" actId="21"/>
          <ac:spMkLst>
            <pc:docMk/>
            <pc:sldMk cId="1639834599" sldId="344"/>
            <ac:spMk id="2" creationId="{7E06E13C-7462-DE80-7670-E5554CADF44B}"/>
          </ac:spMkLst>
        </pc:spChg>
        <pc:spChg chg="del">
          <ac:chgData name="Morgan,Shaimaa,EG-Cairo,External" userId="775f9b80-ba03-432c-9de6-52b984f1163c" providerId="ADAL" clId="{438525E8-7FCB-4B6D-8348-72559D99FB1E}" dt="2025-10-07T20:13:39.662" v="4103" actId="21"/>
          <ac:spMkLst>
            <pc:docMk/>
            <pc:sldMk cId="1639834599" sldId="344"/>
            <ac:spMk id="3" creationId="{AC86FEF5-BB46-BE7C-1015-F7B4D1449E6A}"/>
          </ac:spMkLst>
        </pc:spChg>
        <pc:spChg chg="add mod">
          <ac:chgData name="Morgan,Shaimaa,EG-Cairo,External" userId="775f9b80-ba03-432c-9de6-52b984f1163c" providerId="ADAL" clId="{438525E8-7FCB-4B6D-8348-72559D99FB1E}" dt="2025-10-07T20:17:08.690" v="4260" actId="20577"/>
          <ac:spMkLst>
            <pc:docMk/>
            <pc:sldMk cId="1639834599" sldId="344"/>
            <ac:spMk id="9" creationId="{49E9107D-B22A-5BA1-225F-A44EEFF541BA}"/>
          </ac:spMkLst>
        </pc:spChg>
        <pc:picChg chg="add del mod">
          <ac:chgData name="Morgan,Shaimaa,EG-Cairo,External" userId="775f9b80-ba03-432c-9de6-52b984f1163c" providerId="ADAL" clId="{438525E8-7FCB-4B6D-8348-72559D99FB1E}" dt="2025-10-07T20:13:51.902" v="4105" actId="21"/>
          <ac:picMkLst>
            <pc:docMk/>
            <pc:sldMk cId="1639834599" sldId="344"/>
            <ac:picMk id="6" creationId="{D8C817E6-BCDC-795A-8AC5-CDCFCC335CFD}"/>
          </ac:picMkLst>
        </pc:picChg>
        <pc:picChg chg="add mod">
          <ac:chgData name="Morgan,Shaimaa,EG-Cairo,External" userId="775f9b80-ba03-432c-9de6-52b984f1163c" providerId="ADAL" clId="{438525E8-7FCB-4B6D-8348-72559D99FB1E}" dt="2025-10-07T20:14:15.356" v="4113" actId="1076"/>
          <ac:picMkLst>
            <pc:docMk/>
            <pc:sldMk cId="1639834599" sldId="344"/>
            <ac:picMk id="8" creationId="{73BE3224-E7B9-FF35-48BD-16C5D26514E0}"/>
          </ac:picMkLst>
        </pc:picChg>
      </pc:sldChg>
      <pc:sldChg chg="addSp delSp modSp new mod modTransition">
        <pc:chgData name="Morgan,Shaimaa,EG-Cairo,External" userId="775f9b80-ba03-432c-9de6-52b984f1163c" providerId="ADAL" clId="{438525E8-7FCB-4B6D-8348-72559D99FB1E}" dt="2025-10-08T12:17:16.573" v="5949"/>
        <pc:sldMkLst>
          <pc:docMk/>
          <pc:sldMk cId="2778390864" sldId="345"/>
        </pc:sldMkLst>
        <pc:spChg chg="del">
          <ac:chgData name="Morgan,Shaimaa,EG-Cairo,External" userId="775f9b80-ba03-432c-9de6-52b984f1163c" providerId="ADAL" clId="{438525E8-7FCB-4B6D-8348-72559D99FB1E}" dt="2025-10-07T20:19:10.171" v="4269" actId="21"/>
          <ac:spMkLst>
            <pc:docMk/>
            <pc:sldMk cId="2778390864" sldId="345"/>
            <ac:spMk id="2" creationId="{F988D0DA-40DC-9D62-3560-DB848C317F32}"/>
          </ac:spMkLst>
        </pc:spChg>
        <pc:spChg chg="del">
          <ac:chgData name="Morgan,Shaimaa,EG-Cairo,External" userId="775f9b80-ba03-432c-9de6-52b984f1163c" providerId="ADAL" clId="{438525E8-7FCB-4B6D-8348-72559D99FB1E}" dt="2025-10-07T20:19:14.538" v="4270" actId="21"/>
          <ac:spMkLst>
            <pc:docMk/>
            <pc:sldMk cId="2778390864" sldId="345"/>
            <ac:spMk id="3" creationId="{912716A3-E1E7-2FF1-F453-D477C1520960}"/>
          </ac:spMkLst>
        </pc:spChg>
        <pc:spChg chg="add mod">
          <ac:chgData name="Morgan,Shaimaa,EG-Cairo,External" userId="775f9b80-ba03-432c-9de6-52b984f1163c" providerId="ADAL" clId="{438525E8-7FCB-4B6D-8348-72559D99FB1E}" dt="2025-10-07T20:20:48.985" v="4316" actId="20577"/>
          <ac:spMkLst>
            <pc:docMk/>
            <pc:sldMk cId="2778390864" sldId="345"/>
            <ac:spMk id="7" creationId="{C7C46338-D757-CF0B-BF30-9ECB37F8CBC7}"/>
          </ac:spMkLst>
        </pc:spChg>
        <pc:picChg chg="add mod">
          <ac:chgData name="Morgan,Shaimaa,EG-Cairo,External" userId="775f9b80-ba03-432c-9de6-52b984f1163c" providerId="ADAL" clId="{438525E8-7FCB-4B6D-8348-72559D99FB1E}" dt="2025-10-07T20:19:58.225" v="4273" actId="14100"/>
          <ac:picMkLst>
            <pc:docMk/>
            <pc:sldMk cId="2778390864" sldId="345"/>
            <ac:picMk id="6" creationId="{508294BB-F74B-1D4C-DEFC-9C69593E34E0}"/>
          </ac:picMkLst>
        </pc:picChg>
      </pc:sldChg>
      <pc:sldChg chg="addSp delSp modSp new mod modTransition">
        <pc:chgData name="Morgan,Shaimaa,EG-Cairo,External" userId="775f9b80-ba03-432c-9de6-52b984f1163c" providerId="ADAL" clId="{438525E8-7FCB-4B6D-8348-72559D99FB1E}" dt="2025-10-08T12:17:16.573" v="5949"/>
        <pc:sldMkLst>
          <pc:docMk/>
          <pc:sldMk cId="3249581878" sldId="346"/>
        </pc:sldMkLst>
        <pc:spChg chg="del">
          <ac:chgData name="Morgan,Shaimaa,EG-Cairo,External" userId="775f9b80-ba03-432c-9de6-52b984f1163c" providerId="ADAL" clId="{438525E8-7FCB-4B6D-8348-72559D99FB1E}" dt="2025-10-07T20:21:02.266" v="4318" actId="21"/>
          <ac:spMkLst>
            <pc:docMk/>
            <pc:sldMk cId="3249581878" sldId="346"/>
            <ac:spMk id="2" creationId="{31D81DC6-D750-FFDF-306E-50851CF09DE8}"/>
          </ac:spMkLst>
        </pc:spChg>
        <pc:spChg chg="del">
          <ac:chgData name="Morgan,Shaimaa,EG-Cairo,External" userId="775f9b80-ba03-432c-9de6-52b984f1163c" providerId="ADAL" clId="{438525E8-7FCB-4B6D-8348-72559D99FB1E}" dt="2025-10-07T20:21:06.204" v="4319" actId="21"/>
          <ac:spMkLst>
            <pc:docMk/>
            <pc:sldMk cId="3249581878" sldId="346"/>
            <ac:spMk id="3" creationId="{B933C686-1D28-275B-7C18-853773D827B4}"/>
          </ac:spMkLst>
        </pc:spChg>
        <pc:spChg chg="add mod">
          <ac:chgData name="Morgan,Shaimaa,EG-Cairo,External" userId="775f9b80-ba03-432c-9de6-52b984f1163c" providerId="ADAL" clId="{438525E8-7FCB-4B6D-8348-72559D99FB1E}" dt="2025-10-07T20:22:46.126" v="4365" actId="313"/>
          <ac:spMkLst>
            <pc:docMk/>
            <pc:sldMk cId="3249581878" sldId="346"/>
            <ac:spMk id="7" creationId="{45CBE411-7563-A0ED-7224-68434F7FC4CD}"/>
          </ac:spMkLst>
        </pc:spChg>
        <pc:picChg chg="add mod">
          <ac:chgData name="Morgan,Shaimaa,EG-Cairo,External" userId="775f9b80-ba03-432c-9de6-52b984f1163c" providerId="ADAL" clId="{438525E8-7FCB-4B6D-8348-72559D99FB1E}" dt="2025-10-07T20:21:59.686" v="4330" actId="1076"/>
          <ac:picMkLst>
            <pc:docMk/>
            <pc:sldMk cId="3249581878" sldId="346"/>
            <ac:picMk id="6" creationId="{CFD54DA7-33A4-770E-2259-5127B00A7E85}"/>
          </ac:picMkLst>
        </pc:picChg>
      </pc:sldChg>
      <pc:sldChg chg="addSp delSp modSp new mod modTransition modClrScheme chgLayout">
        <pc:chgData name="Morgan,Shaimaa,EG-Cairo,External" userId="775f9b80-ba03-432c-9de6-52b984f1163c" providerId="ADAL" clId="{438525E8-7FCB-4B6D-8348-72559D99FB1E}" dt="2025-10-08T12:17:16.573" v="5949"/>
        <pc:sldMkLst>
          <pc:docMk/>
          <pc:sldMk cId="4067455547" sldId="347"/>
        </pc:sldMkLst>
        <pc:spChg chg="del">
          <ac:chgData name="Morgan,Shaimaa,EG-Cairo,External" userId="775f9b80-ba03-432c-9de6-52b984f1163c" providerId="ADAL" clId="{438525E8-7FCB-4B6D-8348-72559D99FB1E}" dt="2025-10-07T20:22:56.473" v="4367" actId="21"/>
          <ac:spMkLst>
            <pc:docMk/>
            <pc:sldMk cId="4067455547" sldId="347"/>
            <ac:spMk id="2" creationId="{18E30FC7-E2E8-5F06-1A43-C2036698AD33}"/>
          </ac:spMkLst>
        </pc:spChg>
        <pc:spChg chg="del">
          <ac:chgData name="Morgan,Shaimaa,EG-Cairo,External" userId="775f9b80-ba03-432c-9de6-52b984f1163c" providerId="ADAL" clId="{438525E8-7FCB-4B6D-8348-72559D99FB1E}" dt="2025-10-07T20:22:59.986" v="4368" actId="21"/>
          <ac:spMkLst>
            <pc:docMk/>
            <pc:sldMk cId="4067455547" sldId="347"/>
            <ac:spMk id="3" creationId="{8896BD07-9077-3239-86B0-52E9A91C9734}"/>
          </ac:spMkLst>
        </pc:spChg>
        <pc:spChg chg="mod ord modVis">
          <ac:chgData name="Morgan,Shaimaa,EG-Cairo,External" userId="775f9b80-ba03-432c-9de6-52b984f1163c" providerId="ADAL" clId="{438525E8-7FCB-4B6D-8348-72559D99FB1E}" dt="2025-10-07T20:23:12.067" v="4370" actId="26606"/>
          <ac:spMkLst>
            <pc:docMk/>
            <pc:sldMk cId="4067455547" sldId="347"/>
            <ac:spMk id="4" creationId="{026E212A-DEF7-4A99-BB04-9F2C0188E659}"/>
          </ac:spMkLst>
        </pc:spChg>
        <pc:spChg chg="add mod">
          <ac:chgData name="Morgan,Shaimaa,EG-Cairo,External" userId="775f9b80-ba03-432c-9de6-52b984f1163c" providerId="ADAL" clId="{438525E8-7FCB-4B6D-8348-72559D99FB1E}" dt="2025-10-07T20:28:33.339" v="4617" actId="20577"/>
          <ac:spMkLst>
            <pc:docMk/>
            <pc:sldMk cId="4067455547" sldId="347"/>
            <ac:spMk id="7" creationId="{50C64C9C-1A6A-D76A-5094-40E838A0EA71}"/>
          </ac:spMkLst>
        </pc:spChg>
        <pc:picChg chg="add mod">
          <ac:chgData name="Morgan,Shaimaa,EG-Cairo,External" userId="775f9b80-ba03-432c-9de6-52b984f1163c" providerId="ADAL" clId="{438525E8-7FCB-4B6D-8348-72559D99FB1E}" dt="2025-10-07T20:23:27.103" v="4376" actId="1076"/>
          <ac:picMkLst>
            <pc:docMk/>
            <pc:sldMk cId="4067455547" sldId="347"/>
            <ac:picMk id="6" creationId="{05DF5398-77CD-31F3-EC84-5D1420173044}"/>
          </ac:picMkLst>
        </pc:picChg>
      </pc:sldChg>
      <pc:sldChg chg="addSp delSp modSp new mod modTransition">
        <pc:chgData name="Morgan,Shaimaa,EG-Cairo,External" userId="775f9b80-ba03-432c-9de6-52b984f1163c" providerId="ADAL" clId="{438525E8-7FCB-4B6D-8348-72559D99FB1E}" dt="2025-10-08T12:17:16.573" v="5949"/>
        <pc:sldMkLst>
          <pc:docMk/>
          <pc:sldMk cId="3178803557" sldId="348"/>
        </pc:sldMkLst>
        <pc:spChg chg="del">
          <ac:chgData name="Morgan,Shaimaa,EG-Cairo,External" userId="775f9b80-ba03-432c-9de6-52b984f1163c" providerId="ADAL" clId="{438525E8-7FCB-4B6D-8348-72559D99FB1E}" dt="2025-10-07T20:28:45.385" v="4619" actId="21"/>
          <ac:spMkLst>
            <pc:docMk/>
            <pc:sldMk cId="3178803557" sldId="348"/>
            <ac:spMk id="2" creationId="{B2F4DFD4-185E-3773-51A8-7F07071993EF}"/>
          </ac:spMkLst>
        </pc:spChg>
        <pc:spChg chg="del">
          <ac:chgData name="Morgan,Shaimaa,EG-Cairo,External" userId="775f9b80-ba03-432c-9de6-52b984f1163c" providerId="ADAL" clId="{438525E8-7FCB-4B6D-8348-72559D99FB1E}" dt="2025-10-07T20:28:48.589" v="4620" actId="21"/>
          <ac:spMkLst>
            <pc:docMk/>
            <pc:sldMk cId="3178803557" sldId="348"/>
            <ac:spMk id="3" creationId="{AB0685E4-50C4-418E-90B3-7A484D460374}"/>
          </ac:spMkLst>
        </pc:spChg>
        <pc:spChg chg="add mod">
          <ac:chgData name="Morgan,Shaimaa,EG-Cairo,External" userId="775f9b80-ba03-432c-9de6-52b984f1163c" providerId="ADAL" clId="{438525E8-7FCB-4B6D-8348-72559D99FB1E}" dt="2025-10-07T20:31:06.943" v="4685" actId="20577"/>
          <ac:spMkLst>
            <pc:docMk/>
            <pc:sldMk cId="3178803557" sldId="348"/>
            <ac:spMk id="11" creationId="{FD83A66E-433A-06F0-8865-8D33D1B94491}"/>
          </ac:spMkLst>
        </pc:spChg>
        <pc:picChg chg="add del mod">
          <ac:chgData name="Morgan,Shaimaa,EG-Cairo,External" userId="775f9b80-ba03-432c-9de6-52b984f1163c" providerId="ADAL" clId="{438525E8-7FCB-4B6D-8348-72559D99FB1E}" dt="2025-10-07T20:29:02.031" v="4624" actId="21"/>
          <ac:picMkLst>
            <pc:docMk/>
            <pc:sldMk cId="3178803557" sldId="348"/>
            <ac:picMk id="6" creationId="{3BC562B8-1CE7-814F-ED56-0890EAACBB6D}"/>
          </ac:picMkLst>
        </pc:picChg>
        <pc:picChg chg="add del mod">
          <ac:chgData name="Morgan,Shaimaa,EG-Cairo,External" userId="775f9b80-ba03-432c-9de6-52b984f1163c" providerId="ADAL" clId="{438525E8-7FCB-4B6D-8348-72559D99FB1E}" dt="2025-10-07T20:29:35.111" v="4628" actId="21"/>
          <ac:picMkLst>
            <pc:docMk/>
            <pc:sldMk cId="3178803557" sldId="348"/>
            <ac:picMk id="8" creationId="{0A8630FC-A70E-2E83-5874-BB40DF295D82}"/>
          </ac:picMkLst>
        </pc:picChg>
        <pc:picChg chg="add mod">
          <ac:chgData name="Morgan,Shaimaa,EG-Cairo,External" userId="775f9b80-ba03-432c-9de6-52b984f1163c" providerId="ADAL" clId="{438525E8-7FCB-4B6D-8348-72559D99FB1E}" dt="2025-10-07T20:30:04.428" v="4634" actId="14100"/>
          <ac:picMkLst>
            <pc:docMk/>
            <pc:sldMk cId="3178803557" sldId="348"/>
            <ac:picMk id="10" creationId="{35B1EB89-6138-86FE-4492-BD0F66655118}"/>
          </ac:picMkLst>
        </pc:picChg>
      </pc:sldChg>
      <pc:sldChg chg="addSp delSp modSp new mod modTransition">
        <pc:chgData name="Morgan,Shaimaa,EG-Cairo,External" userId="775f9b80-ba03-432c-9de6-52b984f1163c" providerId="ADAL" clId="{438525E8-7FCB-4B6D-8348-72559D99FB1E}" dt="2025-10-08T12:17:16.573" v="5949"/>
        <pc:sldMkLst>
          <pc:docMk/>
          <pc:sldMk cId="3876075606" sldId="349"/>
        </pc:sldMkLst>
        <pc:spChg chg="del">
          <ac:chgData name="Morgan,Shaimaa,EG-Cairo,External" userId="775f9b80-ba03-432c-9de6-52b984f1163c" providerId="ADAL" clId="{438525E8-7FCB-4B6D-8348-72559D99FB1E}" dt="2025-10-07T20:31:25.741" v="4688" actId="21"/>
          <ac:spMkLst>
            <pc:docMk/>
            <pc:sldMk cId="3876075606" sldId="349"/>
            <ac:spMk id="2" creationId="{F16FD789-2BD6-E993-9E5C-82196A918C1F}"/>
          </ac:spMkLst>
        </pc:spChg>
        <pc:spChg chg="del">
          <ac:chgData name="Morgan,Shaimaa,EG-Cairo,External" userId="775f9b80-ba03-432c-9de6-52b984f1163c" providerId="ADAL" clId="{438525E8-7FCB-4B6D-8348-72559D99FB1E}" dt="2025-10-07T20:31:28.930" v="4689" actId="21"/>
          <ac:spMkLst>
            <pc:docMk/>
            <pc:sldMk cId="3876075606" sldId="349"/>
            <ac:spMk id="3" creationId="{5CFF885F-F818-6A12-D6EF-009D759C1A88}"/>
          </ac:spMkLst>
        </pc:spChg>
        <pc:spChg chg="add mod">
          <ac:chgData name="Morgan,Shaimaa,EG-Cairo,External" userId="775f9b80-ba03-432c-9de6-52b984f1163c" providerId="ADAL" clId="{438525E8-7FCB-4B6D-8348-72559D99FB1E}" dt="2025-10-07T20:34:54.777" v="4794" actId="20577"/>
          <ac:spMkLst>
            <pc:docMk/>
            <pc:sldMk cId="3876075606" sldId="349"/>
            <ac:spMk id="7" creationId="{2C2DE8E2-495D-94B5-600B-778CB274A40F}"/>
          </ac:spMkLst>
        </pc:spChg>
        <pc:picChg chg="add mod">
          <ac:chgData name="Morgan,Shaimaa,EG-Cairo,External" userId="775f9b80-ba03-432c-9de6-52b984f1163c" providerId="ADAL" clId="{438525E8-7FCB-4B6D-8348-72559D99FB1E}" dt="2025-10-07T20:32:58.959" v="4695" actId="1076"/>
          <ac:picMkLst>
            <pc:docMk/>
            <pc:sldMk cId="3876075606" sldId="349"/>
            <ac:picMk id="6" creationId="{9C045B62-3C5D-0EC3-8102-E17C959731D2}"/>
          </ac:picMkLst>
        </pc:picChg>
      </pc:sldChg>
      <pc:sldChg chg="addSp delSp modSp new mod modTransition">
        <pc:chgData name="Morgan,Shaimaa,EG-Cairo,External" userId="775f9b80-ba03-432c-9de6-52b984f1163c" providerId="ADAL" clId="{438525E8-7FCB-4B6D-8348-72559D99FB1E}" dt="2025-10-08T12:17:16.573" v="5949"/>
        <pc:sldMkLst>
          <pc:docMk/>
          <pc:sldMk cId="1322279366" sldId="350"/>
        </pc:sldMkLst>
        <pc:spChg chg="del">
          <ac:chgData name="Morgan,Shaimaa,EG-Cairo,External" userId="775f9b80-ba03-432c-9de6-52b984f1163c" providerId="ADAL" clId="{438525E8-7FCB-4B6D-8348-72559D99FB1E}" dt="2025-10-07T20:36:32.537" v="4872" actId="21"/>
          <ac:spMkLst>
            <pc:docMk/>
            <pc:sldMk cId="1322279366" sldId="350"/>
            <ac:spMk id="2" creationId="{DA1D3780-5748-ADEE-A815-A82E31491416}"/>
          </ac:spMkLst>
        </pc:spChg>
        <pc:spChg chg="del">
          <ac:chgData name="Morgan,Shaimaa,EG-Cairo,External" userId="775f9b80-ba03-432c-9de6-52b984f1163c" providerId="ADAL" clId="{438525E8-7FCB-4B6D-8348-72559D99FB1E}" dt="2025-10-07T20:36:36.006" v="4873" actId="21"/>
          <ac:spMkLst>
            <pc:docMk/>
            <pc:sldMk cId="1322279366" sldId="350"/>
            <ac:spMk id="3" creationId="{05BB4307-BBF4-2336-FFB9-695231815444}"/>
          </ac:spMkLst>
        </pc:spChg>
        <pc:spChg chg="add del mod">
          <ac:chgData name="Morgan,Shaimaa,EG-Cairo,External" userId="775f9b80-ba03-432c-9de6-52b984f1163c" providerId="ADAL" clId="{438525E8-7FCB-4B6D-8348-72559D99FB1E}" dt="2025-10-07T20:40:45.003" v="4888" actId="21"/>
          <ac:spMkLst>
            <pc:docMk/>
            <pc:sldMk cId="1322279366" sldId="350"/>
            <ac:spMk id="9" creationId="{DBBA7DAF-7ABC-EA58-BB58-C935BB43DDAD}"/>
          </ac:spMkLst>
        </pc:spChg>
        <pc:spChg chg="add del mod">
          <ac:chgData name="Morgan,Shaimaa,EG-Cairo,External" userId="775f9b80-ba03-432c-9de6-52b984f1163c" providerId="ADAL" clId="{438525E8-7FCB-4B6D-8348-72559D99FB1E}" dt="2025-10-07T20:40:48.829" v="4890" actId="21"/>
          <ac:spMkLst>
            <pc:docMk/>
            <pc:sldMk cId="1322279366" sldId="350"/>
            <ac:spMk id="10" creationId="{86202657-BE34-112C-5987-E491FC6178EA}"/>
          </ac:spMkLst>
        </pc:spChg>
        <pc:spChg chg="add mod">
          <ac:chgData name="Morgan,Shaimaa,EG-Cairo,External" userId="775f9b80-ba03-432c-9de6-52b984f1163c" providerId="ADAL" clId="{438525E8-7FCB-4B6D-8348-72559D99FB1E}" dt="2025-10-07T20:41:50.513" v="4979" actId="313"/>
          <ac:spMkLst>
            <pc:docMk/>
            <pc:sldMk cId="1322279366" sldId="350"/>
            <ac:spMk id="11" creationId="{D417AB1E-5C60-31F4-A55E-66195A462562}"/>
          </ac:spMkLst>
        </pc:spChg>
        <pc:picChg chg="add del mod">
          <ac:chgData name="Morgan,Shaimaa,EG-Cairo,External" userId="775f9b80-ba03-432c-9de6-52b984f1163c" providerId="ADAL" clId="{438525E8-7FCB-4B6D-8348-72559D99FB1E}" dt="2025-10-07T20:39:39.475" v="4875" actId="21"/>
          <ac:picMkLst>
            <pc:docMk/>
            <pc:sldMk cId="1322279366" sldId="350"/>
            <ac:picMk id="6" creationId="{E9D58C63-AA0F-399D-9B52-58993377FE6B}"/>
          </ac:picMkLst>
        </pc:picChg>
        <pc:picChg chg="add mod">
          <ac:chgData name="Morgan,Shaimaa,EG-Cairo,External" userId="775f9b80-ba03-432c-9de6-52b984f1163c" providerId="ADAL" clId="{438525E8-7FCB-4B6D-8348-72559D99FB1E}" dt="2025-10-07T20:40:08.777" v="4881" actId="1076"/>
          <ac:picMkLst>
            <pc:docMk/>
            <pc:sldMk cId="1322279366" sldId="350"/>
            <ac:picMk id="8" creationId="{85527789-4490-39E3-98D5-F02EE1EEDCFB}"/>
          </ac:picMkLst>
        </pc:picChg>
      </pc:sldChg>
      <pc:sldChg chg="addSp delSp modSp new mod modTransition">
        <pc:chgData name="Morgan,Shaimaa,EG-Cairo,External" userId="775f9b80-ba03-432c-9de6-52b984f1163c" providerId="ADAL" clId="{438525E8-7FCB-4B6D-8348-72559D99FB1E}" dt="2025-10-08T12:17:16.573" v="5949"/>
        <pc:sldMkLst>
          <pc:docMk/>
          <pc:sldMk cId="2504781542" sldId="351"/>
        </pc:sldMkLst>
        <pc:spChg chg="del">
          <ac:chgData name="Morgan,Shaimaa,EG-Cairo,External" userId="775f9b80-ba03-432c-9de6-52b984f1163c" providerId="ADAL" clId="{438525E8-7FCB-4B6D-8348-72559D99FB1E}" dt="2025-10-07T20:42:05.065" v="4982" actId="21"/>
          <ac:spMkLst>
            <pc:docMk/>
            <pc:sldMk cId="2504781542" sldId="351"/>
            <ac:spMk id="2" creationId="{CA5B3D32-E508-024C-AAEE-F7F8D74ADD3D}"/>
          </ac:spMkLst>
        </pc:spChg>
        <pc:spChg chg="del">
          <ac:chgData name="Morgan,Shaimaa,EG-Cairo,External" userId="775f9b80-ba03-432c-9de6-52b984f1163c" providerId="ADAL" clId="{438525E8-7FCB-4B6D-8348-72559D99FB1E}" dt="2025-10-07T20:42:08.161" v="4983" actId="21"/>
          <ac:spMkLst>
            <pc:docMk/>
            <pc:sldMk cId="2504781542" sldId="351"/>
            <ac:spMk id="3" creationId="{EA7FD5FF-C814-53E0-C3F4-329ED7A41D1A}"/>
          </ac:spMkLst>
        </pc:spChg>
        <pc:spChg chg="add mod">
          <ac:chgData name="Morgan,Shaimaa,EG-Cairo,External" userId="775f9b80-ba03-432c-9de6-52b984f1163c" providerId="ADAL" clId="{438525E8-7FCB-4B6D-8348-72559D99FB1E}" dt="2025-10-07T20:50:51.001" v="5252" actId="1076"/>
          <ac:spMkLst>
            <pc:docMk/>
            <pc:sldMk cId="2504781542" sldId="351"/>
            <ac:spMk id="7" creationId="{17A7F094-901B-A14C-4D6D-FF28CBB74F8F}"/>
          </ac:spMkLst>
        </pc:spChg>
        <pc:picChg chg="add mod">
          <ac:chgData name="Morgan,Shaimaa,EG-Cairo,External" userId="775f9b80-ba03-432c-9de6-52b984f1163c" providerId="ADAL" clId="{438525E8-7FCB-4B6D-8348-72559D99FB1E}" dt="2025-10-07T20:42:27.681" v="4988" actId="14100"/>
          <ac:picMkLst>
            <pc:docMk/>
            <pc:sldMk cId="2504781542" sldId="351"/>
            <ac:picMk id="6" creationId="{F37F76A9-A977-06BD-C63C-3139DA5403C4}"/>
          </ac:picMkLst>
        </pc:picChg>
      </pc:sldChg>
      <pc:sldChg chg="addSp delSp modSp new mod modTransition">
        <pc:chgData name="Morgan,Shaimaa,EG-Cairo,External" userId="775f9b80-ba03-432c-9de6-52b984f1163c" providerId="ADAL" clId="{438525E8-7FCB-4B6D-8348-72559D99FB1E}" dt="2025-10-08T12:17:16.573" v="5949"/>
        <pc:sldMkLst>
          <pc:docMk/>
          <pc:sldMk cId="531311995" sldId="352"/>
        </pc:sldMkLst>
        <pc:spChg chg="mod">
          <ac:chgData name="Morgan,Shaimaa,EG-Cairo,External" userId="775f9b80-ba03-432c-9de6-52b984f1163c" providerId="ADAL" clId="{438525E8-7FCB-4B6D-8348-72559D99FB1E}" dt="2025-10-07T20:46:20.837" v="5250" actId="20577"/>
          <ac:spMkLst>
            <pc:docMk/>
            <pc:sldMk cId="531311995" sldId="352"/>
            <ac:spMk id="2" creationId="{2E562BF9-37F6-D280-006C-2898072BDB9A}"/>
          </ac:spMkLst>
        </pc:spChg>
        <pc:spChg chg="del">
          <ac:chgData name="Morgan,Shaimaa,EG-Cairo,External" userId="775f9b80-ba03-432c-9de6-52b984f1163c" providerId="ADAL" clId="{438525E8-7FCB-4B6D-8348-72559D99FB1E}" dt="2025-10-07T20:46:07.492" v="5248" actId="21"/>
          <ac:spMkLst>
            <pc:docMk/>
            <pc:sldMk cId="531311995" sldId="352"/>
            <ac:spMk id="3" creationId="{5395DE30-43BF-9A17-3411-C5C56A228274}"/>
          </ac:spMkLst>
        </pc:spChg>
        <pc:spChg chg="del mod">
          <ac:chgData name="Morgan,Shaimaa,EG-Cairo,External" userId="775f9b80-ba03-432c-9de6-52b984f1163c" providerId="ADAL" clId="{438525E8-7FCB-4B6D-8348-72559D99FB1E}" dt="2025-10-07T21:10:39.684" v="5908" actId="21"/>
          <ac:spMkLst>
            <pc:docMk/>
            <pc:sldMk cId="531311995" sldId="352"/>
            <ac:spMk id="4" creationId="{847D5D65-D55C-E9D1-14D0-877F431D7EF4}"/>
          </ac:spMkLst>
        </pc:spChg>
        <pc:spChg chg="add mod">
          <ac:chgData name="Morgan,Shaimaa,EG-Cairo,External" userId="775f9b80-ba03-432c-9de6-52b984f1163c" providerId="ADAL" clId="{438525E8-7FCB-4B6D-8348-72559D99FB1E}" dt="2025-10-07T21:11:42.386" v="5940" actId="20577"/>
          <ac:spMkLst>
            <pc:docMk/>
            <pc:sldMk cId="531311995" sldId="352"/>
            <ac:spMk id="6" creationId="{2312643B-837B-34D3-E1FA-D99A2FC5C8D9}"/>
          </ac:spMkLst>
        </pc:spChg>
        <pc:spChg chg="add mod">
          <ac:chgData name="Morgan,Shaimaa,EG-Cairo,External" userId="775f9b80-ba03-432c-9de6-52b984f1163c" providerId="ADAL" clId="{438525E8-7FCB-4B6D-8348-72559D99FB1E}" dt="2025-10-07T20:59:19.541" v="5591" actId="2711"/>
          <ac:spMkLst>
            <pc:docMk/>
            <pc:sldMk cId="531311995" sldId="352"/>
            <ac:spMk id="7" creationId="{B561AD16-48E3-7977-7883-0A3633081222}"/>
          </ac:spMkLst>
        </pc:spChg>
        <pc:spChg chg="add mod">
          <ac:chgData name="Morgan,Shaimaa,EG-Cairo,External" userId="775f9b80-ba03-432c-9de6-52b984f1163c" providerId="ADAL" clId="{438525E8-7FCB-4B6D-8348-72559D99FB1E}" dt="2025-10-07T21:03:48.276" v="5594" actId="1076"/>
          <ac:spMkLst>
            <pc:docMk/>
            <pc:sldMk cId="531311995" sldId="352"/>
            <ac:spMk id="8" creationId="{F6BDE9B6-C284-BF5F-E1EC-F9CBE690F257}"/>
          </ac:spMkLst>
        </pc:spChg>
        <pc:spChg chg="add mod">
          <ac:chgData name="Morgan,Shaimaa,EG-Cairo,External" userId="775f9b80-ba03-432c-9de6-52b984f1163c" providerId="ADAL" clId="{438525E8-7FCB-4B6D-8348-72559D99FB1E}" dt="2025-10-07T21:10:11.269" v="5906" actId="14100"/>
          <ac:spMkLst>
            <pc:docMk/>
            <pc:sldMk cId="531311995" sldId="352"/>
            <ac:spMk id="11" creationId="{EAD601AC-405A-ACF8-D0F5-7BF30A4E2ACC}"/>
          </ac:spMkLst>
        </pc:spChg>
        <pc:picChg chg="add mod">
          <ac:chgData name="Morgan,Shaimaa,EG-Cairo,External" userId="775f9b80-ba03-432c-9de6-52b984f1163c" providerId="ADAL" clId="{438525E8-7FCB-4B6D-8348-72559D99FB1E}" dt="2025-10-07T21:04:09.207" v="5599" actId="1076"/>
          <ac:picMkLst>
            <pc:docMk/>
            <pc:sldMk cId="531311995" sldId="352"/>
            <ac:picMk id="10" creationId="{C3190236-004F-DEFC-F50C-97B7F7A0A451}"/>
          </ac:picMkLst>
        </pc:picChg>
        <pc:picChg chg="add del mod">
          <ac:chgData name="Morgan,Shaimaa,EG-Cairo,External" userId="775f9b80-ba03-432c-9de6-52b984f1163c" providerId="ADAL" clId="{438525E8-7FCB-4B6D-8348-72559D99FB1E}" dt="2025-10-07T21:10:52.488" v="5910" actId="21"/>
          <ac:picMkLst>
            <pc:docMk/>
            <pc:sldMk cId="531311995" sldId="352"/>
            <ac:picMk id="13" creationId="{C0C726A5-28F0-B9E1-025A-78302CD89369}"/>
          </ac:picMkLst>
        </pc:picChg>
        <pc:picChg chg="add mod">
          <ac:chgData name="Morgan,Shaimaa,EG-Cairo,External" userId="775f9b80-ba03-432c-9de6-52b984f1163c" providerId="ADAL" clId="{438525E8-7FCB-4B6D-8348-72559D99FB1E}" dt="2025-10-07T21:11:06.908" v="5911"/>
          <ac:picMkLst>
            <pc:docMk/>
            <pc:sldMk cId="531311995" sldId="352"/>
            <ac:picMk id="14" creationId="{23DA2847-DBC1-17E6-6B02-8666BADCE322}"/>
          </ac:picMkLst>
        </pc:picChg>
      </pc:sldChg>
      <pc:sldMasterChg chg="modTransition modSldLayout">
        <pc:chgData name="Morgan,Shaimaa,EG-Cairo,External" userId="775f9b80-ba03-432c-9de6-52b984f1163c" providerId="ADAL" clId="{438525E8-7FCB-4B6D-8348-72559D99FB1E}" dt="2025-10-08T12:17:16.573" v="5949"/>
        <pc:sldMasterMkLst>
          <pc:docMk/>
          <pc:sldMasterMk cId="737433849" sldId="2147483648"/>
        </pc:sldMasterMkLst>
        <pc:sldLayoutChg chg="modTransition">
          <pc:chgData name="Morgan,Shaimaa,EG-Cairo,External" userId="775f9b80-ba03-432c-9de6-52b984f1163c" providerId="ADAL" clId="{438525E8-7FCB-4B6D-8348-72559D99FB1E}" dt="2025-10-08T12:17:16.573" v="5949"/>
          <pc:sldLayoutMkLst>
            <pc:docMk/>
            <pc:sldMasterMk cId="737433849" sldId="2147483648"/>
            <pc:sldLayoutMk cId="643748357" sldId="2147483681"/>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2691357288" sldId="2147483682"/>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852814036" sldId="2147483684"/>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3409299127" sldId="2147483685"/>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2236107460" sldId="2147483686"/>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2514237806" sldId="2147483687"/>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2561720850" sldId="2147483688"/>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2069536155" sldId="2147483689"/>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1373596587" sldId="2147483690"/>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3227224107" sldId="2147483691"/>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3349029986" sldId="2147483692"/>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3277245184" sldId="2147483693"/>
          </pc:sldLayoutMkLst>
        </pc:sldLayoutChg>
        <pc:sldLayoutChg chg="modTransition">
          <pc:chgData name="Morgan,Shaimaa,EG-Cairo,External" userId="775f9b80-ba03-432c-9de6-52b984f1163c" providerId="ADAL" clId="{438525E8-7FCB-4B6D-8348-72559D99FB1E}" dt="2025-10-08T12:17:16.573" v="5949"/>
          <pc:sldLayoutMkLst>
            <pc:docMk/>
            <pc:sldMasterMk cId="737433849" sldId="2147483648"/>
            <pc:sldLayoutMk cId="1784555930" sldId="214748369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7/16/2026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7/16/2026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1</a:t>
            </a:fld>
            <a:endParaRPr lang="en-US" dirty="0"/>
          </a:p>
        </p:txBody>
      </p:sp>
    </p:spTree>
    <p:extLst>
      <p:ext uri="{BB962C8B-B14F-4D97-AF65-F5344CB8AC3E}">
        <p14:creationId xmlns:p14="http://schemas.microsoft.com/office/powerpoint/2010/main" val="127545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12</a:t>
            </a:fld>
            <a:endParaRPr lang="en-US" dirty="0"/>
          </a:p>
        </p:txBody>
      </p:sp>
    </p:spTree>
    <p:extLst>
      <p:ext uri="{BB962C8B-B14F-4D97-AF65-F5344CB8AC3E}">
        <p14:creationId xmlns:p14="http://schemas.microsoft.com/office/powerpoint/2010/main" val="2667582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3.jfif"/></Relationships>
</file>

<file path=ppt/slides/_rels/slide13.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jfif"/><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jfif"/><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6.jfi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6.jfif"/><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9.jfif"/><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0.jfif"/><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0.jfif"/><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f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f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f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39386" y="777596"/>
            <a:ext cx="10145042" cy="3097718"/>
          </a:xfrm>
        </p:spPr>
        <p:txBody>
          <a:bodyPr/>
          <a:lstStyle/>
          <a:p>
            <a:r>
              <a:rPr lang="en-US" dirty="0"/>
              <a:t>AI Initiative For Promotions Credit Notes Validation</a:t>
            </a:r>
          </a:p>
        </p:txBody>
      </p:sp>
      <p:sp>
        <p:nvSpPr>
          <p:cNvPr id="5" name="TextBox 4">
            <a:extLst>
              <a:ext uri="{FF2B5EF4-FFF2-40B4-BE49-F238E27FC236}">
                <a16:creationId xmlns:a16="http://schemas.microsoft.com/office/drawing/2014/main" id="{0F997D9E-B5C5-256E-9E0D-1DA1541396B0}"/>
              </a:ext>
            </a:extLst>
          </p:cNvPr>
          <p:cNvSpPr txBox="1"/>
          <p:nvPr/>
        </p:nvSpPr>
        <p:spPr>
          <a:xfrm>
            <a:off x="4354286" y="3875314"/>
            <a:ext cx="3657600" cy="646331"/>
          </a:xfrm>
          <a:prstGeom prst="rect">
            <a:avLst/>
          </a:prstGeom>
          <a:noFill/>
        </p:spPr>
        <p:txBody>
          <a:bodyPr wrap="square" rtlCol="0">
            <a:spAutoFit/>
          </a:bodyPr>
          <a:lstStyle/>
          <a:p>
            <a:pPr algn="ctr"/>
            <a:r>
              <a:rPr lang="en-US" dirty="0">
                <a:solidFill>
                  <a:schemeClr val="bg1">
                    <a:lumMod val="95000"/>
                  </a:schemeClr>
                </a:solidFill>
              </a:rPr>
              <a:t>Shaima Morgan</a:t>
            </a:r>
          </a:p>
          <a:p>
            <a:pPr algn="ctr"/>
            <a:r>
              <a:rPr lang="en-US" dirty="0">
                <a:solidFill>
                  <a:schemeClr val="bg1">
                    <a:lumMod val="95000"/>
                  </a:schemeClr>
                </a:solidFill>
              </a:rPr>
              <a:t>O2C Sales Operations SOP</a:t>
            </a:r>
          </a:p>
        </p:txBody>
      </p:sp>
      <p:pic>
        <p:nvPicPr>
          <p:cNvPr id="7" name="Picture 6" descr="A bird and baby birds in a nest&#10;&#10;AI-generated content may be incorrect.">
            <a:extLst>
              <a:ext uri="{FF2B5EF4-FFF2-40B4-BE49-F238E27FC236}">
                <a16:creationId xmlns:a16="http://schemas.microsoft.com/office/drawing/2014/main" id="{F17B0F39-2B45-39F8-695C-409AF2F59C72}"/>
              </a:ext>
            </a:extLst>
          </p:cNvPr>
          <p:cNvPicPr>
            <a:picLocks noChangeAspect="1"/>
          </p:cNvPicPr>
          <p:nvPr/>
        </p:nvPicPr>
        <p:blipFill>
          <a:blip r:embed="rId3"/>
          <a:stretch>
            <a:fillRect/>
          </a:stretch>
        </p:blipFill>
        <p:spPr>
          <a:xfrm>
            <a:off x="10790093" y="5828568"/>
            <a:ext cx="1388669" cy="1116518"/>
          </a:xfrm>
          <a:prstGeom prst="rect">
            <a:avLst/>
          </a:prstGeom>
        </p:spPr>
      </p:pic>
      <p:sp>
        <p:nvSpPr>
          <p:cNvPr id="4" name="TextBox 3">
            <a:extLst>
              <a:ext uri="{FF2B5EF4-FFF2-40B4-BE49-F238E27FC236}">
                <a16:creationId xmlns:a16="http://schemas.microsoft.com/office/drawing/2014/main" id="{DAE8E4AE-DD7D-495E-FCC4-560B6D589CF0}"/>
              </a:ext>
            </a:extLst>
          </p:cNvPr>
          <p:cNvSpPr txBox="1"/>
          <p:nvPr/>
        </p:nvSpPr>
        <p:spPr>
          <a:xfrm>
            <a:off x="4354286" y="5505402"/>
            <a:ext cx="3657600" cy="369332"/>
          </a:xfrm>
          <a:prstGeom prst="rect">
            <a:avLst/>
          </a:prstGeom>
          <a:noFill/>
        </p:spPr>
        <p:txBody>
          <a:bodyPr wrap="square" rtlCol="0">
            <a:spAutoFit/>
          </a:bodyPr>
          <a:lstStyle/>
          <a:p>
            <a:pPr algn="ctr"/>
            <a:r>
              <a:rPr lang="en-US" dirty="0" err="1">
                <a:solidFill>
                  <a:schemeClr val="bg1">
                    <a:lumMod val="95000"/>
                  </a:schemeClr>
                </a:solidFill>
              </a:rPr>
              <a:t>Nesternship</a:t>
            </a:r>
            <a:r>
              <a:rPr lang="en-US" dirty="0">
                <a:solidFill>
                  <a:schemeClr val="bg1">
                    <a:lumMod val="95000"/>
                  </a:schemeClr>
                </a:solidFill>
              </a:rPr>
              <a:t> 2025</a:t>
            </a:r>
          </a:p>
        </p:txBody>
      </p:sp>
    </p:spTree>
    <p:extLst>
      <p:ext uri="{BB962C8B-B14F-4D97-AF65-F5344CB8AC3E}">
        <p14:creationId xmlns:p14="http://schemas.microsoft.com/office/powerpoint/2010/main" val="33788224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Agenda</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3907972" y="813878"/>
            <a:ext cx="8154775" cy="5407091"/>
          </a:xfrm>
        </p:spPr>
        <p:txBody>
          <a:bodyPr/>
          <a:lstStyle/>
          <a:p>
            <a:r>
              <a:rPr lang="en-US" dirty="0"/>
              <a:t>Brief on the project</a:t>
            </a:r>
          </a:p>
          <a:p>
            <a:r>
              <a:rPr lang="en-US" dirty="0"/>
              <a:t>Requirements for implementation</a:t>
            </a:r>
          </a:p>
          <a:p>
            <a:r>
              <a:rPr lang="en-US" dirty="0"/>
              <a:t>Flowchart of how the app will work (technical)</a:t>
            </a:r>
          </a:p>
          <a:p>
            <a:r>
              <a:rPr lang="en-US" dirty="0"/>
              <a:t>How to program the AI model to extract data from documents in Power Automate</a:t>
            </a:r>
          </a:p>
          <a:p>
            <a:r>
              <a:rPr lang="en-US" dirty="0"/>
              <a:t>Estimated cost and time for implementation</a:t>
            </a:r>
          </a:p>
          <a:p>
            <a:pPr marL="0" indent="0">
              <a:buNone/>
            </a:pPr>
            <a:endParaRPr lang="en-US" dirty="0"/>
          </a:p>
        </p:txBody>
      </p:sp>
      <p:pic>
        <p:nvPicPr>
          <p:cNvPr id="6" name="Picture 5" descr="A black background with brown text&#10;&#10;AI-generated content may be incorrect.">
            <a:extLst>
              <a:ext uri="{FF2B5EF4-FFF2-40B4-BE49-F238E27FC236}">
                <a16:creationId xmlns:a16="http://schemas.microsoft.com/office/drawing/2014/main" id="{B5C82F8B-9710-81B9-DE2D-5FE045A8D1F9}"/>
              </a:ext>
            </a:extLst>
          </p:cNvPr>
          <p:cNvPicPr>
            <a:picLocks noChangeAspect="1"/>
          </p:cNvPicPr>
          <p:nvPr/>
        </p:nvPicPr>
        <p:blipFill>
          <a:blip r:embed="rId2"/>
          <a:stretch>
            <a:fillRect/>
          </a:stretch>
        </p:blipFill>
        <p:spPr>
          <a:xfrm>
            <a:off x="10554830" y="6220969"/>
            <a:ext cx="1637170" cy="637031"/>
          </a:xfrm>
          <a:prstGeom prst="rect">
            <a:avLst/>
          </a:prstGeom>
        </p:spPr>
      </p:pic>
    </p:spTree>
    <p:extLst>
      <p:ext uri="{BB962C8B-B14F-4D97-AF65-F5344CB8AC3E}">
        <p14:creationId xmlns:p14="http://schemas.microsoft.com/office/powerpoint/2010/main" val="16074552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D0E47E-D228-15EB-5886-33E9AA181D03}"/>
              </a:ext>
            </a:extLst>
          </p:cNvPr>
          <p:cNvSpPr>
            <a:spLocks noGrp="1"/>
          </p:cNvSpPr>
          <p:nvPr>
            <p:ph type="title"/>
          </p:nvPr>
        </p:nvSpPr>
        <p:spPr>
          <a:xfrm>
            <a:off x="2081171" y="-724676"/>
            <a:ext cx="8421544" cy="1628192"/>
          </a:xfrm>
        </p:spPr>
        <p:txBody>
          <a:bodyPr/>
          <a:lstStyle/>
          <a:p>
            <a:pPr algn="ctr"/>
            <a:r>
              <a:rPr lang="en-US" dirty="0"/>
              <a:t>Interface (Validation App)</a:t>
            </a:r>
          </a:p>
        </p:txBody>
      </p:sp>
      <p:pic>
        <p:nvPicPr>
          <p:cNvPr id="1026" name="Picture 2" descr="A screenshot of a computer&#10;&#10;AI-generated content may be incorrect.">
            <a:extLst>
              <a:ext uri="{FF2B5EF4-FFF2-40B4-BE49-F238E27FC236}">
                <a16:creationId xmlns:a16="http://schemas.microsoft.com/office/drawing/2014/main" id="{5E8F240A-1E1D-AF2B-668B-B771F9D13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693" y="1228725"/>
            <a:ext cx="7810500" cy="44005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background with brown text&#10;&#10;AI-generated content may be incorrect.">
            <a:extLst>
              <a:ext uri="{FF2B5EF4-FFF2-40B4-BE49-F238E27FC236}">
                <a16:creationId xmlns:a16="http://schemas.microsoft.com/office/drawing/2014/main" id="{E8FF9F35-4210-44DC-5C9E-FC17B2ECC633}"/>
              </a:ext>
            </a:extLst>
          </p:cNvPr>
          <p:cNvPicPr>
            <a:picLocks noChangeAspect="1"/>
          </p:cNvPicPr>
          <p:nvPr/>
        </p:nvPicPr>
        <p:blipFill>
          <a:blip r:embed="rId3"/>
          <a:stretch>
            <a:fillRect/>
          </a:stretch>
        </p:blipFill>
        <p:spPr>
          <a:xfrm>
            <a:off x="10554830" y="6220969"/>
            <a:ext cx="1637170" cy="637031"/>
          </a:xfrm>
          <a:prstGeom prst="rect">
            <a:avLst/>
          </a:prstGeom>
        </p:spPr>
      </p:pic>
    </p:spTree>
    <p:extLst>
      <p:ext uri="{BB962C8B-B14F-4D97-AF65-F5344CB8AC3E}">
        <p14:creationId xmlns:p14="http://schemas.microsoft.com/office/powerpoint/2010/main" val="37521184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9F0C7-9A14-FB58-9E03-189CCF44B1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8D284A-7C11-6857-605A-31CB169F6B6D}"/>
              </a:ext>
            </a:extLst>
          </p:cNvPr>
          <p:cNvSpPr>
            <a:spLocks noGrp="1"/>
          </p:cNvSpPr>
          <p:nvPr>
            <p:ph type="title"/>
          </p:nvPr>
        </p:nvSpPr>
        <p:spPr>
          <a:xfrm>
            <a:off x="2081171" y="-724676"/>
            <a:ext cx="8421544" cy="1628192"/>
          </a:xfrm>
        </p:spPr>
        <p:txBody>
          <a:bodyPr/>
          <a:lstStyle/>
          <a:p>
            <a:pPr algn="ctr"/>
            <a:r>
              <a:rPr lang="en-US" dirty="0"/>
              <a:t>The Project (Validation App)</a:t>
            </a:r>
          </a:p>
        </p:txBody>
      </p:sp>
      <p:pic>
        <p:nvPicPr>
          <p:cNvPr id="1026" name="Picture 2" descr="A screenshot of a computer&#10;&#10;AI-generated content may be incorrect.">
            <a:extLst>
              <a:ext uri="{FF2B5EF4-FFF2-40B4-BE49-F238E27FC236}">
                <a16:creationId xmlns:a16="http://schemas.microsoft.com/office/drawing/2014/main" id="{8BF65C0A-D951-C600-B282-A1A81AA45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4969" y="989361"/>
            <a:ext cx="11672279" cy="6576333"/>
          </a:xfrm>
          <a:prstGeom prst="rect">
            <a:avLst/>
          </a:prstGeom>
          <a:noFill/>
          <a:extLst>
            <a:ext uri="{909E8E84-426E-40DD-AFC4-6F175D3DCCD1}">
              <a14:hiddenFill xmlns:a14="http://schemas.microsoft.com/office/drawing/2010/main">
                <a:solidFill>
                  <a:srgbClr val="FFFFFF"/>
                </a:solidFill>
              </a14:hiddenFill>
            </a:ext>
          </a:extLst>
        </p:spPr>
      </p:pic>
      <p:sp>
        <p:nvSpPr>
          <p:cNvPr id="2" name="Arrow: Left 1">
            <a:extLst>
              <a:ext uri="{FF2B5EF4-FFF2-40B4-BE49-F238E27FC236}">
                <a16:creationId xmlns:a16="http://schemas.microsoft.com/office/drawing/2014/main" id="{D836C5BE-E857-85AF-B544-646472A1DC3E}"/>
              </a:ext>
            </a:extLst>
          </p:cNvPr>
          <p:cNvSpPr/>
          <p:nvPr/>
        </p:nvSpPr>
        <p:spPr>
          <a:xfrm>
            <a:off x="3145972" y="4277528"/>
            <a:ext cx="5604986" cy="423660"/>
          </a:xfrm>
          <a:prstGeom prst="leftArrow">
            <a:avLst/>
          </a:prstGeom>
          <a:solidFill>
            <a:srgbClr val="4A28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Rectangle: Rounded Corners 3">
            <a:extLst>
              <a:ext uri="{FF2B5EF4-FFF2-40B4-BE49-F238E27FC236}">
                <a16:creationId xmlns:a16="http://schemas.microsoft.com/office/drawing/2014/main" id="{A94ED552-3AED-E68A-5DC4-829FB0456582}"/>
              </a:ext>
            </a:extLst>
          </p:cNvPr>
          <p:cNvSpPr/>
          <p:nvPr/>
        </p:nvSpPr>
        <p:spPr>
          <a:xfrm>
            <a:off x="5173569" y="1995887"/>
            <a:ext cx="3696241" cy="223454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4A2815"/>
                </a:solidFill>
              </a:rPr>
              <a:t>Press the "+" icon and upload the PDF Document. This PDF Document should include TA and Tax Invoice. Once uploaded, press the "Scan" button</a:t>
            </a:r>
          </a:p>
        </p:txBody>
      </p:sp>
      <p:pic>
        <p:nvPicPr>
          <p:cNvPr id="2050" name="Picture 2" descr="A document with text and numbers&#10;&#10;AI-generated content may be incorrect.">
            <a:extLst>
              <a:ext uri="{FF2B5EF4-FFF2-40B4-BE49-F238E27FC236}">
                <a16:creationId xmlns:a16="http://schemas.microsoft.com/office/drawing/2014/main" id="{8FA9ABAE-ADB7-B4D1-2768-34571EAF88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4106" y="2757486"/>
            <a:ext cx="952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 document with a signature&#10;&#10;AI-generated content may be incorrect.">
            <a:extLst>
              <a:ext uri="{FF2B5EF4-FFF2-40B4-BE49-F238E27FC236}">
                <a16:creationId xmlns:a16="http://schemas.microsoft.com/office/drawing/2014/main" id="{5732E8C5-768F-FC7D-003D-C27FD7640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606" y="2757485"/>
            <a:ext cx="1022983" cy="133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498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C964F-E2D5-D8E7-C513-C47A7E409DF3}"/>
              </a:ext>
            </a:extLst>
          </p:cNvPr>
          <p:cNvSpPr>
            <a:spLocks noGrp="1"/>
          </p:cNvSpPr>
          <p:nvPr>
            <p:ph type="sldNum" sz="quarter" idx="15"/>
          </p:nvPr>
        </p:nvSpPr>
        <p:spPr/>
        <p:txBody>
          <a:bodyPr/>
          <a:lstStyle/>
          <a:p>
            <a:fld id="{18D65601-5AE2-46FC-B138-694DDD2B510D}" type="slidenum">
              <a:rPr lang="en-US" smtClean="0"/>
              <a:pPr/>
              <a:t>5</a:t>
            </a:fld>
            <a:endParaRPr lang="en-US" dirty="0"/>
          </a:p>
        </p:txBody>
      </p:sp>
      <p:pic>
        <p:nvPicPr>
          <p:cNvPr id="3074" name="Picture 2" descr="A screenshot of a computer&#10;&#10;AI-generated content may be incorrect.">
            <a:extLst>
              <a:ext uri="{FF2B5EF4-FFF2-40B4-BE49-F238E27FC236}">
                <a16:creationId xmlns:a16="http://schemas.microsoft.com/office/drawing/2014/main" id="{56513726-DD24-5BDD-CC18-E02CE0A556C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7281" b="3614"/>
          <a:stretch>
            <a:fillRect/>
          </a:stretch>
        </p:blipFill>
        <p:spPr bwMode="auto">
          <a:xfrm>
            <a:off x="-164291" y="-119128"/>
            <a:ext cx="6913434" cy="7096256"/>
          </a:xfrm>
          <a:prstGeom prst="rect">
            <a:avLst/>
          </a:prstGeom>
          <a:noFill/>
          <a:extLst>
            <a:ext uri="{909E8E84-426E-40DD-AFC4-6F175D3DCCD1}">
              <a14:hiddenFill xmlns:a14="http://schemas.microsoft.com/office/drawing/2010/main">
                <a:solidFill>
                  <a:srgbClr val="FFFFFF"/>
                </a:solidFill>
              </a14:hiddenFill>
            </a:ext>
          </a:extLst>
        </p:spPr>
      </p:pic>
      <p:sp>
        <p:nvSpPr>
          <p:cNvPr id="5" name="Arrow: Left 4">
            <a:extLst>
              <a:ext uri="{FF2B5EF4-FFF2-40B4-BE49-F238E27FC236}">
                <a16:creationId xmlns:a16="http://schemas.microsoft.com/office/drawing/2014/main" id="{820DA8D7-3B21-D508-EC7D-5F8F8A357B3C}"/>
              </a:ext>
            </a:extLst>
          </p:cNvPr>
          <p:cNvSpPr/>
          <p:nvPr/>
        </p:nvSpPr>
        <p:spPr>
          <a:xfrm>
            <a:off x="6575793" y="3200372"/>
            <a:ext cx="4958535" cy="707600"/>
          </a:xfrm>
          <a:prstGeom prst="leftArrow">
            <a:avLst/>
          </a:prstGeom>
          <a:solidFill>
            <a:srgbClr val="4A28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ectangle: Rounded Corners 5">
            <a:extLst>
              <a:ext uri="{FF2B5EF4-FFF2-40B4-BE49-F238E27FC236}">
                <a16:creationId xmlns:a16="http://schemas.microsoft.com/office/drawing/2014/main" id="{BF29A3C3-FF0D-E2A9-3464-1CE09FF68DA8}"/>
              </a:ext>
            </a:extLst>
          </p:cNvPr>
          <p:cNvSpPr/>
          <p:nvPr/>
        </p:nvSpPr>
        <p:spPr>
          <a:xfrm>
            <a:off x="7633565" y="1671899"/>
            <a:ext cx="3016341" cy="163735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rPr>
              <a:t>Once the validation process is done and everything is extracted from the 2-page PDF. It will appear like that, and it is valid.</a:t>
            </a:r>
          </a:p>
        </p:txBody>
      </p:sp>
      <p:pic>
        <p:nvPicPr>
          <p:cNvPr id="7" name="Picture 6" descr="A black background with brown text&#10;&#10;AI-generated content may be incorrect.">
            <a:extLst>
              <a:ext uri="{FF2B5EF4-FFF2-40B4-BE49-F238E27FC236}">
                <a16:creationId xmlns:a16="http://schemas.microsoft.com/office/drawing/2014/main" id="{1B5964C3-91CA-5ADB-DE8E-972D900A8322}"/>
              </a:ext>
            </a:extLst>
          </p:cNvPr>
          <p:cNvPicPr>
            <a:picLocks noChangeAspect="1"/>
          </p:cNvPicPr>
          <p:nvPr/>
        </p:nvPicPr>
        <p:blipFill>
          <a:blip r:embed="rId3"/>
          <a:stretch>
            <a:fillRect/>
          </a:stretch>
        </p:blipFill>
        <p:spPr>
          <a:xfrm>
            <a:off x="10554830" y="6220969"/>
            <a:ext cx="1637170" cy="637031"/>
          </a:xfrm>
          <a:prstGeom prst="rect">
            <a:avLst/>
          </a:prstGeom>
        </p:spPr>
      </p:pic>
    </p:spTree>
    <p:extLst>
      <p:ext uri="{BB962C8B-B14F-4D97-AF65-F5344CB8AC3E}">
        <p14:creationId xmlns:p14="http://schemas.microsoft.com/office/powerpoint/2010/main" val="29061523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907EB-F435-0CAC-1D9C-62481CFDCC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9A89B5-B131-F130-2DA8-C9027727E337}"/>
              </a:ext>
            </a:extLst>
          </p:cNvPr>
          <p:cNvSpPr>
            <a:spLocks noGrp="1"/>
          </p:cNvSpPr>
          <p:nvPr>
            <p:ph type="sldNum" sz="quarter" idx="15"/>
          </p:nvPr>
        </p:nvSpPr>
        <p:spPr/>
        <p:txBody>
          <a:bodyPr/>
          <a:lstStyle/>
          <a:p>
            <a:fld id="{18D65601-5AE2-46FC-B138-694DDD2B510D}" type="slidenum">
              <a:rPr lang="en-US" smtClean="0"/>
              <a:pPr/>
              <a:t>6</a:t>
            </a:fld>
            <a:endParaRPr lang="en-US" dirty="0"/>
          </a:p>
        </p:txBody>
      </p:sp>
      <p:pic>
        <p:nvPicPr>
          <p:cNvPr id="4098" name="Picture 2" descr="A screenshot of a computer&#10;&#10;AI-generated content may be incorrect.">
            <a:extLst>
              <a:ext uri="{FF2B5EF4-FFF2-40B4-BE49-F238E27FC236}">
                <a16:creationId xmlns:a16="http://schemas.microsoft.com/office/drawing/2014/main" id="{701AD29E-C78C-0433-3B4A-5BBC368029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1" r="71995" b="-3668"/>
          <a:stretch>
            <a:fillRect/>
          </a:stretch>
        </p:blipFill>
        <p:spPr bwMode="auto">
          <a:xfrm>
            <a:off x="-102669" y="-1260909"/>
            <a:ext cx="4860936" cy="10053769"/>
          </a:xfrm>
          <a:prstGeom prst="rect">
            <a:avLst/>
          </a:prstGeom>
          <a:noFill/>
          <a:extLst>
            <a:ext uri="{909E8E84-426E-40DD-AFC4-6F175D3DCCD1}">
              <a14:hiddenFill xmlns:a14="http://schemas.microsoft.com/office/drawing/2010/main">
                <a:solidFill>
                  <a:srgbClr val="FFFFFF"/>
                </a:solidFill>
              </a14:hiddenFill>
            </a:ext>
          </a:extLst>
        </p:spPr>
      </p:pic>
      <p:sp>
        <p:nvSpPr>
          <p:cNvPr id="3" name="Arrow: Left 2">
            <a:extLst>
              <a:ext uri="{FF2B5EF4-FFF2-40B4-BE49-F238E27FC236}">
                <a16:creationId xmlns:a16="http://schemas.microsoft.com/office/drawing/2014/main" id="{7C150DE8-57DF-8B54-6915-2B07CBE27BC4}"/>
              </a:ext>
            </a:extLst>
          </p:cNvPr>
          <p:cNvSpPr/>
          <p:nvPr/>
        </p:nvSpPr>
        <p:spPr>
          <a:xfrm>
            <a:off x="4567239" y="2874426"/>
            <a:ext cx="5313361" cy="1109147"/>
          </a:xfrm>
          <a:prstGeom prst="leftArrow">
            <a:avLst>
              <a:gd name="adj1" fmla="val 28950"/>
              <a:gd name="adj2" fmla="val 50000"/>
            </a:avLst>
          </a:prstGeom>
          <a:solidFill>
            <a:srgbClr val="4A28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ectangle: Rounded Corners 5">
            <a:extLst>
              <a:ext uri="{FF2B5EF4-FFF2-40B4-BE49-F238E27FC236}">
                <a16:creationId xmlns:a16="http://schemas.microsoft.com/office/drawing/2014/main" id="{B4A63F83-F0EB-AD56-320C-A30AC90A6F10}"/>
              </a:ext>
            </a:extLst>
          </p:cNvPr>
          <p:cNvSpPr/>
          <p:nvPr/>
        </p:nvSpPr>
        <p:spPr>
          <a:xfrm>
            <a:off x="5776119" y="825821"/>
            <a:ext cx="2895600" cy="229382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t>If there was any missing info in the TA or Tax Invoice. The validation app won’t be able to extract it, and it  will appear like that as the results of the validation is invalid</a:t>
            </a:r>
          </a:p>
        </p:txBody>
      </p:sp>
      <p:pic>
        <p:nvPicPr>
          <p:cNvPr id="7" name="Picture 6" descr="A black background with brown text&#10;&#10;AI-generated content may be incorrect.">
            <a:extLst>
              <a:ext uri="{FF2B5EF4-FFF2-40B4-BE49-F238E27FC236}">
                <a16:creationId xmlns:a16="http://schemas.microsoft.com/office/drawing/2014/main" id="{FC0AD11B-170F-F1D4-F13C-7EAC4D4E74B0}"/>
              </a:ext>
            </a:extLst>
          </p:cNvPr>
          <p:cNvPicPr>
            <a:picLocks noChangeAspect="1"/>
          </p:cNvPicPr>
          <p:nvPr/>
        </p:nvPicPr>
        <p:blipFill>
          <a:blip r:embed="rId3"/>
          <a:stretch>
            <a:fillRect/>
          </a:stretch>
        </p:blipFill>
        <p:spPr>
          <a:xfrm>
            <a:off x="10554830" y="6220969"/>
            <a:ext cx="1637170" cy="637031"/>
          </a:xfrm>
          <a:prstGeom prst="rect">
            <a:avLst/>
          </a:prstGeom>
        </p:spPr>
      </p:pic>
    </p:spTree>
    <p:extLst>
      <p:ext uri="{BB962C8B-B14F-4D97-AF65-F5344CB8AC3E}">
        <p14:creationId xmlns:p14="http://schemas.microsoft.com/office/powerpoint/2010/main" val="16571473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1AABF-C71F-C5B6-37E2-F858359F62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D73DB1-B3ED-282F-D9D5-F7655C225FA8}"/>
              </a:ext>
            </a:extLst>
          </p:cNvPr>
          <p:cNvSpPr>
            <a:spLocks noGrp="1"/>
          </p:cNvSpPr>
          <p:nvPr>
            <p:ph type="sldNum" sz="quarter" idx="15"/>
          </p:nvPr>
        </p:nvSpPr>
        <p:spPr/>
        <p:txBody>
          <a:bodyPr/>
          <a:lstStyle/>
          <a:p>
            <a:fld id="{18D65601-5AE2-46FC-B138-694DDD2B510D}" type="slidenum">
              <a:rPr lang="en-US" smtClean="0"/>
              <a:pPr/>
              <a:t>7</a:t>
            </a:fld>
            <a:endParaRPr lang="en-US" dirty="0"/>
          </a:p>
        </p:txBody>
      </p:sp>
      <p:pic>
        <p:nvPicPr>
          <p:cNvPr id="7" name="Picture 6" descr="A black background with brown text&#10;&#10;AI-generated content may be incorrect.">
            <a:extLst>
              <a:ext uri="{FF2B5EF4-FFF2-40B4-BE49-F238E27FC236}">
                <a16:creationId xmlns:a16="http://schemas.microsoft.com/office/drawing/2014/main" id="{779CA492-835B-60B5-D6E1-60829D0A3A39}"/>
              </a:ext>
            </a:extLst>
          </p:cNvPr>
          <p:cNvPicPr>
            <a:picLocks noChangeAspect="1"/>
          </p:cNvPicPr>
          <p:nvPr/>
        </p:nvPicPr>
        <p:blipFill>
          <a:blip r:embed="rId2"/>
          <a:stretch>
            <a:fillRect/>
          </a:stretch>
        </p:blipFill>
        <p:spPr>
          <a:xfrm>
            <a:off x="10554830" y="6220969"/>
            <a:ext cx="1637170" cy="637031"/>
          </a:xfrm>
          <a:prstGeom prst="rect">
            <a:avLst/>
          </a:prstGeom>
        </p:spPr>
      </p:pic>
      <p:sp>
        <p:nvSpPr>
          <p:cNvPr id="5" name="TextBox 4">
            <a:extLst>
              <a:ext uri="{FF2B5EF4-FFF2-40B4-BE49-F238E27FC236}">
                <a16:creationId xmlns:a16="http://schemas.microsoft.com/office/drawing/2014/main" id="{2AFC48A1-593B-6985-BD1B-FDB7E19DC57F}"/>
              </a:ext>
            </a:extLst>
          </p:cNvPr>
          <p:cNvSpPr txBox="1"/>
          <p:nvPr/>
        </p:nvSpPr>
        <p:spPr>
          <a:xfrm>
            <a:off x="4081840" y="243658"/>
            <a:ext cx="6097604" cy="523220"/>
          </a:xfrm>
          <a:prstGeom prst="rect">
            <a:avLst/>
          </a:prstGeom>
          <a:noFill/>
        </p:spPr>
        <p:txBody>
          <a:bodyPr wrap="square">
            <a:spAutoFit/>
          </a:bodyPr>
          <a:lstStyle/>
          <a:p>
            <a:r>
              <a:rPr lang="en-US" sz="2800" dirty="0">
                <a:latin typeface="+mj-lt"/>
              </a:rPr>
              <a:t>Implementation Process</a:t>
            </a:r>
          </a:p>
        </p:txBody>
      </p:sp>
      <p:sp>
        <p:nvSpPr>
          <p:cNvPr id="9" name="TextBox 8">
            <a:extLst>
              <a:ext uri="{FF2B5EF4-FFF2-40B4-BE49-F238E27FC236}">
                <a16:creationId xmlns:a16="http://schemas.microsoft.com/office/drawing/2014/main" id="{19C8CEEA-7047-88AD-6827-0905DAEA4CC5}"/>
              </a:ext>
            </a:extLst>
          </p:cNvPr>
          <p:cNvSpPr txBox="1"/>
          <p:nvPr/>
        </p:nvSpPr>
        <p:spPr>
          <a:xfrm>
            <a:off x="896627" y="1251905"/>
            <a:ext cx="6097604" cy="369332"/>
          </a:xfrm>
          <a:prstGeom prst="rect">
            <a:avLst/>
          </a:prstGeom>
          <a:noFill/>
        </p:spPr>
        <p:txBody>
          <a:bodyPr wrap="square">
            <a:spAutoFit/>
          </a:bodyPr>
          <a:lstStyle/>
          <a:p>
            <a:r>
              <a:rPr lang="en-US" u="sng" dirty="0">
                <a:latin typeface="+mj-lt"/>
              </a:rPr>
              <a:t>Required platforms to create the validation app:</a:t>
            </a:r>
            <a:endParaRPr lang="en-US" sz="1800" u="sng" dirty="0">
              <a:latin typeface="+mj-lt"/>
            </a:endParaRPr>
          </a:p>
        </p:txBody>
      </p:sp>
      <p:pic>
        <p:nvPicPr>
          <p:cNvPr id="10" name="Picture 3" descr="A purple and pink diamond shapes&#10;&#10;Description automatically generated">
            <a:extLst>
              <a:ext uri="{FF2B5EF4-FFF2-40B4-BE49-F238E27FC236}">
                <a16:creationId xmlns:a16="http://schemas.microsoft.com/office/drawing/2014/main" id="{CB2C0B54-4839-7174-DCF1-3656FAADF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359" y="1705742"/>
            <a:ext cx="935797" cy="93579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059AB45-D5BE-6D4E-268E-0F87D4C9C3BE}"/>
              </a:ext>
            </a:extLst>
          </p:cNvPr>
          <p:cNvSpPr txBox="1"/>
          <p:nvPr/>
        </p:nvSpPr>
        <p:spPr>
          <a:xfrm>
            <a:off x="2486674" y="2820202"/>
            <a:ext cx="1458755" cy="369332"/>
          </a:xfrm>
          <a:prstGeom prst="rect">
            <a:avLst/>
          </a:prstGeom>
          <a:noFill/>
        </p:spPr>
        <p:txBody>
          <a:bodyPr wrap="square" rtlCol="0">
            <a:spAutoFit/>
          </a:bodyPr>
          <a:lstStyle/>
          <a:p>
            <a:r>
              <a:rPr lang="en-US" dirty="0">
                <a:latin typeface="+mj-lt"/>
              </a:rPr>
              <a:t>Power Apps</a:t>
            </a:r>
          </a:p>
        </p:txBody>
      </p:sp>
      <p:pic>
        <p:nvPicPr>
          <p:cNvPr id="12" name="Picture 4" descr="A blue diamond shaped logo&#10;&#10;Description automatically generated">
            <a:extLst>
              <a:ext uri="{FF2B5EF4-FFF2-40B4-BE49-F238E27FC236}">
                <a16:creationId xmlns:a16="http://schemas.microsoft.com/office/drawing/2014/main" id="{6F802CFC-C8A5-A4A0-063C-460991CC3B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05" t="18923" r="11251" b="14693"/>
          <a:stretch/>
        </p:blipFill>
        <p:spPr bwMode="auto">
          <a:xfrm>
            <a:off x="5604894" y="1826282"/>
            <a:ext cx="982212" cy="912627"/>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0DAB885-F22B-A761-95C1-D69164E939CD}"/>
              </a:ext>
            </a:extLst>
          </p:cNvPr>
          <p:cNvSpPr txBox="1"/>
          <p:nvPr/>
        </p:nvSpPr>
        <p:spPr>
          <a:xfrm>
            <a:off x="5118233" y="2820202"/>
            <a:ext cx="6097604" cy="369332"/>
          </a:xfrm>
          <a:prstGeom prst="rect">
            <a:avLst/>
          </a:prstGeom>
          <a:noFill/>
        </p:spPr>
        <p:txBody>
          <a:bodyPr wrap="square">
            <a:spAutoFit/>
          </a:bodyPr>
          <a:lstStyle/>
          <a:p>
            <a:r>
              <a:rPr lang="en-US" dirty="0">
                <a:latin typeface="+mj-lt"/>
              </a:rPr>
              <a:t>Power Automate</a:t>
            </a:r>
          </a:p>
        </p:txBody>
      </p:sp>
      <p:graphicFrame>
        <p:nvGraphicFramePr>
          <p:cNvPr id="15" name="Table 14">
            <a:extLst>
              <a:ext uri="{FF2B5EF4-FFF2-40B4-BE49-F238E27FC236}">
                <a16:creationId xmlns:a16="http://schemas.microsoft.com/office/drawing/2014/main" id="{637D7274-BED7-089D-C7FC-BA85A0513FBA}"/>
              </a:ext>
            </a:extLst>
          </p:cNvPr>
          <p:cNvGraphicFramePr>
            <a:graphicFrameLocks noGrp="1"/>
          </p:cNvGraphicFramePr>
          <p:nvPr>
            <p:extLst>
              <p:ext uri="{D42A27DB-BD31-4B8C-83A1-F6EECF244321}">
                <p14:modId xmlns:p14="http://schemas.microsoft.com/office/powerpoint/2010/main" val="788894306"/>
              </p:ext>
            </p:extLst>
          </p:nvPr>
        </p:nvGraphicFramePr>
        <p:xfrm>
          <a:off x="2118821" y="4325935"/>
          <a:ext cx="8128000" cy="1280160"/>
        </p:xfrm>
        <a:graphic>
          <a:graphicData uri="http://schemas.openxmlformats.org/drawingml/2006/table">
            <a:tbl>
              <a:tblPr firstRow="1" bandRow="1">
                <a:tableStyleId>{0E3FDE45-AF77-4B5C-9715-49D594BDF05E}</a:tableStyleId>
              </a:tblPr>
              <a:tblGrid>
                <a:gridCol w="4064000">
                  <a:extLst>
                    <a:ext uri="{9D8B030D-6E8A-4147-A177-3AD203B41FA5}">
                      <a16:colId xmlns:a16="http://schemas.microsoft.com/office/drawing/2014/main" val="141756111"/>
                    </a:ext>
                  </a:extLst>
                </a:gridCol>
                <a:gridCol w="4064000">
                  <a:extLst>
                    <a:ext uri="{9D8B030D-6E8A-4147-A177-3AD203B41FA5}">
                      <a16:colId xmlns:a16="http://schemas.microsoft.com/office/drawing/2014/main" val="3320753546"/>
                    </a:ext>
                  </a:extLst>
                </a:gridCol>
              </a:tblGrid>
              <a:tr h="359532">
                <a:tc>
                  <a:txBody>
                    <a:bodyPr/>
                    <a:lstStyle/>
                    <a:p>
                      <a:r>
                        <a:rPr lang="en-US" dirty="0"/>
                        <a:t>Power Automate AI Builder Credits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Will be used for back-end of creating the validation app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1640411"/>
                  </a:ext>
                </a:extLst>
              </a:tr>
              <a:tr h="370840">
                <a:tc>
                  <a:txBody>
                    <a:bodyPr/>
                    <a:lstStyle/>
                    <a:p>
                      <a:r>
                        <a:rPr lang="en-US" b="1" dirty="0"/>
                        <a:t>Access to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For Power Apps and Power Automate to allocate AI Builder Credits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0698824"/>
                  </a:ext>
                </a:extLst>
              </a:tr>
            </a:tbl>
          </a:graphicData>
        </a:graphic>
      </p:graphicFrame>
      <p:sp>
        <p:nvSpPr>
          <p:cNvPr id="17" name="TextBox 16">
            <a:extLst>
              <a:ext uri="{FF2B5EF4-FFF2-40B4-BE49-F238E27FC236}">
                <a16:creationId xmlns:a16="http://schemas.microsoft.com/office/drawing/2014/main" id="{EAA4BBFD-EC9E-AB53-3661-2DC3ABA3316E}"/>
              </a:ext>
            </a:extLst>
          </p:cNvPr>
          <p:cNvSpPr txBox="1"/>
          <p:nvPr/>
        </p:nvSpPr>
        <p:spPr>
          <a:xfrm>
            <a:off x="896627" y="3645283"/>
            <a:ext cx="6097604" cy="369332"/>
          </a:xfrm>
          <a:prstGeom prst="rect">
            <a:avLst/>
          </a:prstGeom>
          <a:noFill/>
        </p:spPr>
        <p:txBody>
          <a:bodyPr wrap="square">
            <a:spAutoFit/>
          </a:bodyPr>
          <a:lstStyle/>
          <a:p>
            <a:r>
              <a:rPr lang="en-US" u="sng" dirty="0">
                <a:latin typeface="+mj-lt"/>
              </a:rPr>
              <a:t>Additional requirements to create the validation app:</a:t>
            </a:r>
            <a:endParaRPr lang="en-US" sz="1800" u="sng" dirty="0">
              <a:latin typeface="+mj-lt"/>
            </a:endParaRPr>
          </a:p>
        </p:txBody>
      </p:sp>
    </p:spTree>
    <p:extLst>
      <p:ext uri="{BB962C8B-B14F-4D97-AF65-F5344CB8AC3E}">
        <p14:creationId xmlns:p14="http://schemas.microsoft.com/office/powerpoint/2010/main" val="22081571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9DA67-FAE0-71E3-DEE7-FCC97AE425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CEE752-35C4-9311-37F1-7381F9A11A18}"/>
              </a:ext>
            </a:extLst>
          </p:cNvPr>
          <p:cNvSpPr>
            <a:spLocks noGrp="1"/>
          </p:cNvSpPr>
          <p:nvPr>
            <p:ph type="sldNum" sz="quarter" idx="15"/>
          </p:nvPr>
        </p:nvSpPr>
        <p:spPr/>
        <p:txBody>
          <a:bodyPr/>
          <a:lstStyle/>
          <a:p>
            <a:fld id="{18D65601-5AE2-46FC-B138-694DDD2B510D}" type="slidenum">
              <a:rPr lang="en-US" smtClean="0"/>
              <a:pPr/>
              <a:t>8</a:t>
            </a:fld>
            <a:endParaRPr lang="en-US" dirty="0"/>
          </a:p>
        </p:txBody>
      </p:sp>
      <p:pic>
        <p:nvPicPr>
          <p:cNvPr id="7" name="Picture 6" descr="A black background with brown text&#10;&#10;AI-generated content may be incorrect.">
            <a:extLst>
              <a:ext uri="{FF2B5EF4-FFF2-40B4-BE49-F238E27FC236}">
                <a16:creationId xmlns:a16="http://schemas.microsoft.com/office/drawing/2014/main" id="{DC1E1C4C-A37B-9577-A766-3F5E3C7C78AD}"/>
              </a:ext>
            </a:extLst>
          </p:cNvPr>
          <p:cNvPicPr>
            <a:picLocks noChangeAspect="1"/>
          </p:cNvPicPr>
          <p:nvPr/>
        </p:nvPicPr>
        <p:blipFill>
          <a:blip r:embed="rId2"/>
          <a:stretch>
            <a:fillRect/>
          </a:stretch>
        </p:blipFill>
        <p:spPr>
          <a:xfrm>
            <a:off x="10554830" y="6220969"/>
            <a:ext cx="1637170" cy="637031"/>
          </a:xfrm>
          <a:prstGeom prst="rect">
            <a:avLst/>
          </a:prstGeom>
        </p:spPr>
      </p:pic>
      <p:pic>
        <p:nvPicPr>
          <p:cNvPr id="5122" name="Picture 2">
            <a:extLst>
              <a:ext uri="{FF2B5EF4-FFF2-40B4-BE49-F238E27FC236}">
                <a16:creationId xmlns:a16="http://schemas.microsoft.com/office/drawing/2014/main" id="{49AE3EA6-5688-7628-AF83-6A18F8746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2611" y="-1"/>
            <a:ext cx="3899153" cy="6781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6921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2D0AF-91CF-2D57-D93A-9D537CA0DA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18F2D0-3AE3-5B1A-F09D-78F447E6A7EF}"/>
              </a:ext>
            </a:extLst>
          </p:cNvPr>
          <p:cNvSpPr>
            <a:spLocks noGrp="1"/>
          </p:cNvSpPr>
          <p:nvPr>
            <p:ph type="sldNum" sz="quarter" idx="15"/>
          </p:nvPr>
        </p:nvSpPr>
        <p:spPr/>
        <p:txBody>
          <a:bodyPr/>
          <a:lstStyle/>
          <a:p>
            <a:fld id="{18D65601-5AE2-46FC-B138-694DDD2B510D}" type="slidenum">
              <a:rPr lang="en-US" smtClean="0"/>
              <a:pPr/>
              <a:t>9</a:t>
            </a:fld>
            <a:endParaRPr lang="en-US" dirty="0"/>
          </a:p>
        </p:txBody>
      </p:sp>
      <p:pic>
        <p:nvPicPr>
          <p:cNvPr id="7" name="Picture 6" descr="A black background with brown text&#10;&#10;AI-generated content may be incorrect.">
            <a:extLst>
              <a:ext uri="{FF2B5EF4-FFF2-40B4-BE49-F238E27FC236}">
                <a16:creationId xmlns:a16="http://schemas.microsoft.com/office/drawing/2014/main" id="{96D5C403-44FF-548D-EEE3-8BE32F313C20}"/>
              </a:ext>
            </a:extLst>
          </p:cNvPr>
          <p:cNvPicPr>
            <a:picLocks noChangeAspect="1"/>
          </p:cNvPicPr>
          <p:nvPr/>
        </p:nvPicPr>
        <p:blipFill>
          <a:blip r:embed="rId2"/>
          <a:stretch>
            <a:fillRect/>
          </a:stretch>
        </p:blipFill>
        <p:spPr>
          <a:xfrm>
            <a:off x="10554830" y="6220969"/>
            <a:ext cx="1637170" cy="637031"/>
          </a:xfrm>
          <a:prstGeom prst="rect">
            <a:avLst/>
          </a:prstGeom>
        </p:spPr>
      </p:pic>
      <p:pic>
        <p:nvPicPr>
          <p:cNvPr id="5122" name="Picture 2">
            <a:extLst>
              <a:ext uri="{FF2B5EF4-FFF2-40B4-BE49-F238E27FC236}">
                <a16:creationId xmlns:a16="http://schemas.microsoft.com/office/drawing/2014/main" id="{4E5E0E63-494D-2536-7FD3-C1E78EFAB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81" y="153810"/>
            <a:ext cx="7343526" cy="1277134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3" descr="A purple and pink diamond shapes&#10;&#10;Description automatically generated">
            <a:extLst>
              <a:ext uri="{FF2B5EF4-FFF2-40B4-BE49-F238E27FC236}">
                <a16:creationId xmlns:a16="http://schemas.microsoft.com/office/drawing/2014/main" id="{CA186766-9A4C-AC82-DAB6-3444BA7D14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0096" y="810592"/>
            <a:ext cx="935797" cy="93579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A blue diamond shaped logo&#10;&#10;Description automatically generated">
            <a:extLst>
              <a:ext uri="{FF2B5EF4-FFF2-40B4-BE49-F238E27FC236}">
                <a16:creationId xmlns:a16="http://schemas.microsoft.com/office/drawing/2014/main" id="{29F63811-0317-EAC7-FA0F-FE9BE1195C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305" t="18923" r="11251" b="14693"/>
          <a:stretch/>
        </p:blipFill>
        <p:spPr bwMode="auto">
          <a:xfrm>
            <a:off x="6943563" y="4198985"/>
            <a:ext cx="982212" cy="912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1453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F6E03-DD2D-60C5-E9BE-6CC4399D521E}"/>
            </a:ext>
          </a:extLst>
        </p:cNvPr>
        <p:cNvGrpSpPr/>
        <p:nvPr/>
      </p:nvGrpSpPr>
      <p:grpSpPr>
        <a:xfrm>
          <a:off x="0" y="0"/>
          <a:ext cx="0" cy="0"/>
          <a:chOff x="0" y="0"/>
          <a:chExt cx="0" cy="0"/>
        </a:xfrm>
      </p:grpSpPr>
      <p:pic>
        <p:nvPicPr>
          <p:cNvPr id="7" name="Picture 6" descr="A black background with brown text&#10;&#10;AI-generated content may be incorrect.">
            <a:extLst>
              <a:ext uri="{FF2B5EF4-FFF2-40B4-BE49-F238E27FC236}">
                <a16:creationId xmlns:a16="http://schemas.microsoft.com/office/drawing/2014/main" id="{4DF03706-C1DF-4692-8764-7482AEA0BDF3}"/>
              </a:ext>
            </a:extLst>
          </p:cNvPr>
          <p:cNvPicPr>
            <a:picLocks noChangeAspect="1"/>
          </p:cNvPicPr>
          <p:nvPr/>
        </p:nvPicPr>
        <p:blipFill>
          <a:blip r:embed="rId2"/>
          <a:stretch>
            <a:fillRect/>
          </a:stretch>
        </p:blipFill>
        <p:spPr>
          <a:xfrm>
            <a:off x="10554830" y="6220969"/>
            <a:ext cx="1637170" cy="637031"/>
          </a:xfrm>
          <a:prstGeom prst="rect">
            <a:avLst/>
          </a:prstGeom>
        </p:spPr>
      </p:pic>
      <p:pic>
        <p:nvPicPr>
          <p:cNvPr id="5122" name="Picture 2">
            <a:extLst>
              <a:ext uri="{FF2B5EF4-FFF2-40B4-BE49-F238E27FC236}">
                <a16:creationId xmlns:a16="http://schemas.microsoft.com/office/drawing/2014/main" id="{532518D5-1158-80D8-CAA5-09AC298F7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84859"/>
            <a:ext cx="5804956" cy="10095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59E264D-A43C-7E68-FB6E-8D9428227B93}"/>
              </a:ext>
            </a:extLst>
          </p:cNvPr>
          <p:cNvSpPr txBox="1"/>
          <p:nvPr/>
        </p:nvSpPr>
        <p:spPr>
          <a:xfrm>
            <a:off x="5476774" y="1626670"/>
            <a:ext cx="6304547" cy="2308324"/>
          </a:xfrm>
          <a:prstGeom prst="rect">
            <a:avLst/>
          </a:prstGeom>
          <a:noFill/>
        </p:spPr>
        <p:txBody>
          <a:bodyPr wrap="square" rtlCol="0">
            <a:spAutoFit/>
          </a:bodyPr>
          <a:lstStyle/>
          <a:p>
            <a:pPr marL="285750" indent="-285750">
              <a:buFontTx/>
              <a:buChar char="-"/>
            </a:pPr>
            <a:r>
              <a:rPr lang="en-US" dirty="0">
                <a:latin typeface="+mj-lt"/>
              </a:rPr>
              <a:t>Dataverse will be used as a </a:t>
            </a:r>
            <a:r>
              <a:rPr lang="en-US" b="1" dirty="0">
                <a:latin typeface="+mj-lt"/>
              </a:rPr>
              <a:t>central database </a:t>
            </a:r>
            <a:r>
              <a:rPr lang="en-US" dirty="0">
                <a:latin typeface="+mj-lt"/>
              </a:rPr>
              <a:t>where Power Automate Flow can save every validation attempt including the extracted data, results and a link to the original PDF to a Dataverse table.</a:t>
            </a:r>
          </a:p>
          <a:p>
            <a:pPr marL="285750" indent="-285750">
              <a:buFontTx/>
              <a:buChar char="-"/>
            </a:pPr>
            <a:endParaRPr lang="en-US" b="1" dirty="0">
              <a:latin typeface="+mj-lt"/>
            </a:endParaRPr>
          </a:p>
          <a:p>
            <a:pPr marL="285750" indent="-285750">
              <a:buFontTx/>
              <a:buChar char="-"/>
            </a:pPr>
            <a:endParaRPr lang="en-US" b="1" dirty="0">
              <a:latin typeface="+mj-lt"/>
            </a:endParaRPr>
          </a:p>
          <a:p>
            <a:pPr marL="285750" indent="-285750">
              <a:buFontTx/>
              <a:buChar char="-"/>
            </a:pPr>
            <a:r>
              <a:rPr lang="en-US" dirty="0">
                <a:latin typeface="+mj-lt"/>
              </a:rPr>
              <a:t>History of validations can be displayed in the power app by reading the Dataverse table.</a:t>
            </a:r>
          </a:p>
        </p:txBody>
      </p:sp>
    </p:spTree>
    <p:extLst>
      <p:ext uri="{BB962C8B-B14F-4D97-AF65-F5344CB8AC3E}">
        <p14:creationId xmlns:p14="http://schemas.microsoft.com/office/powerpoint/2010/main" val="31697751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68FF9-DCD7-75A1-A80E-9FFAE889067C}"/>
            </a:ext>
          </a:extLst>
        </p:cNvPr>
        <p:cNvGrpSpPr/>
        <p:nvPr/>
      </p:nvGrpSpPr>
      <p:grpSpPr>
        <a:xfrm>
          <a:off x="0" y="0"/>
          <a:ext cx="0" cy="0"/>
          <a:chOff x="0" y="0"/>
          <a:chExt cx="0" cy="0"/>
        </a:xfrm>
      </p:grpSpPr>
      <p:pic>
        <p:nvPicPr>
          <p:cNvPr id="7" name="Picture 6" descr="A black background with brown text&#10;&#10;AI-generated content may be incorrect.">
            <a:extLst>
              <a:ext uri="{FF2B5EF4-FFF2-40B4-BE49-F238E27FC236}">
                <a16:creationId xmlns:a16="http://schemas.microsoft.com/office/drawing/2014/main" id="{A33DAE25-04D5-4D25-9E74-E7DDA94E61C2}"/>
              </a:ext>
            </a:extLst>
          </p:cNvPr>
          <p:cNvPicPr>
            <a:picLocks noChangeAspect="1"/>
          </p:cNvPicPr>
          <p:nvPr/>
        </p:nvPicPr>
        <p:blipFill>
          <a:blip r:embed="rId2"/>
          <a:stretch>
            <a:fillRect/>
          </a:stretch>
        </p:blipFill>
        <p:spPr>
          <a:xfrm>
            <a:off x="10554830" y="6220969"/>
            <a:ext cx="1637170" cy="637031"/>
          </a:xfrm>
          <a:prstGeom prst="rect">
            <a:avLst/>
          </a:prstGeom>
        </p:spPr>
      </p:pic>
      <p:pic>
        <p:nvPicPr>
          <p:cNvPr id="3" name="Picture 2">
            <a:extLst>
              <a:ext uri="{FF2B5EF4-FFF2-40B4-BE49-F238E27FC236}">
                <a16:creationId xmlns:a16="http://schemas.microsoft.com/office/drawing/2014/main" id="{C1BDF670-98FE-2F53-9542-84E3FAEC43EA}"/>
              </a:ext>
            </a:extLst>
          </p:cNvPr>
          <p:cNvPicPr>
            <a:picLocks noChangeAspect="1"/>
          </p:cNvPicPr>
          <p:nvPr/>
        </p:nvPicPr>
        <p:blipFill>
          <a:blip r:embed="rId3"/>
          <a:stretch>
            <a:fillRect/>
          </a:stretch>
        </p:blipFill>
        <p:spPr>
          <a:xfrm>
            <a:off x="-389107" y="-48638"/>
            <a:ext cx="12970213" cy="7231958"/>
          </a:xfrm>
          <a:prstGeom prst="rect">
            <a:avLst/>
          </a:prstGeom>
        </p:spPr>
      </p:pic>
      <p:sp>
        <p:nvSpPr>
          <p:cNvPr id="8" name="Arrow: Right 7">
            <a:extLst>
              <a:ext uri="{FF2B5EF4-FFF2-40B4-BE49-F238E27FC236}">
                <a16:creationId xmlns:a16="http://schemas.microsoft.com/office/drawing/2014/main" id="{55D41D80-5174-EB7E-9FA7-F08C0BC01C80}"/>
              </a:ext>
            </a:extLst>
          </p:cNvPr>
          <p:cNvSpPr/>
          <p:nvPr/>
        </p:nvSpPr>
        <p:spPr>
          <a:xfrm>
            <a:off x="5587845" y="4874019"/>
            <a:ext cx="3091543" cy="40277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FF911A7-11E6-1007-534C-391BD120BE19}"/>
              </a:ext>
            </a:extLst>
          </p:cNvPr>
          <p:cNvSpPr/>
          <p:nvPr/>
        </p:nvSpPr>
        <p:spPr>
          <a:xfrm>
            <a:off x="2046746" y="3872534"/>
            <a:ext cx="3385457" cy="2002971"/>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First. We will go to AI Hub then go to AI Models and choosing this type of AI Model.</a:t>
            </a:r>
          </a:p>
        </p:txBody>
      </p:sp>
    </p:spTree>
    <p:extLst>
      <p:ext uri="{BB962C8B-B14F-4D97-AF65-F5344CB8AC3E}">
        <p14:creationId xmlns:p14="http://schemas.microsoft.com/office/powerpoint/2010/main" val="5643717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BFBC2-E058-AFFA-2D55-D7A545D0DBE8}"/>
            </a:ext>
          </a:extLst>
        </p:cNvPr>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021899BB-52FA-A08F-9CD3-EF7841D3EA9F}"/>
              </a:ext>
            </a:extLst>
          </p:cNvPr>
          <p:cNvPicPr>
            <a:picLocks noChangeAspect="1"/>
          </p:cNvPicPr>
          <p:nvPr/>
        </p:nvPicPr>
        <p:blipFill>
          <a:blip r:embed="rId3"/>
          <a:srcRect r="14067" b="30821"/>
          <a:stretch>
            <a:fillRect/>
          </a:stretch>
        </p:blipFill>
        <p:spPr>
          <a:xfrm>
            <a:off x="0" y="10885"/>
            <a:ext cx="12192000" cy="7634980"/>
          </a:xfrm>
          <a:prstGeom prst="rect">
            <a:avLst/>
          </a:prstGeom>
        </p:spPr>
      </p:pic>
      <p:sp>
        <p:nvSpPr>
          <p:cNvPr id="2" name="Oval 1">
            <a:extLst>
              <a:ext uri="{FF2B5EF4-FFF2-40B4-BE49-F238E27FC236}">
                <a16:creationId xmlns:a16="http://schemas.microsoft.com/office/drawing/2014/main" id="{37437A62-79A0-0095-6AE3-04068598B50D}"/>
              </a:ext>
            </a:extLst>
          </p:cNvPr>
          <p:cNvSpPr/>
          <p:nvPr/>
        </p:nvSpPr>
        <p:spPr>
          <a:xfrm>
            <a:off x="3836020" y="465885"/>
            <a:ext cx="4197174" cy="2579915"/>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After choosing the AI Model, Press the “Add” Icon and add fields as we will specify the app what should it extract and validate from the document.</a:t>
            </a:r>
          </a:p>
        </p:txBody>
      </p:sp>
      <p:pic>
        <p:nvPicPr>
          <p:cNvPr id="10" name="Picture 9">
            <a:extLst>
              <a:ext uri="{FF2B5EF4-FFF2-40B4-BE49-F238E27FC236}">
                <a16:creationId xmlns:a16="http://schemas.microsoft.com/office/drawing/2014/main" id="{B8ADA794-9A7A-7887-6F78-B543C88B7E03}"/>
              </a:ext>
            </a:extLst>
          </p:cNvPr>
          <p:cNvPicPr>
            <a:picLocks noChangeAspect="1"/>
          </p:cNvPicPr>
          <p:nvPr/>
        </p:nvPicPr>
        <p:blipFill>
          <a:blip r:embed="rId4"/>
          <a:stretch>
            <a:fillRect/>
          </a:stretch>
        </p:blipFill>
        <p:spPr>
          <a:xfrm>
            <a:off x="12192000" y="10885"/>
            <a:ext cx="8172151" cy="6858000"/>
          </a:xfrm>
          <a:prstGeom prst="rect">
            <a:avLst/>
          </a:prstGeom>
        </p:spPr>
      </p:pic>
    </p:spTree>
    <p:extLst>
      <p:ext uri="{BB962C8B-B14F-4D97-AF65-F5344CB8AC3E}">
        <p14:creationId xmlns:p14="http://schemas.microsoft.com/office/powerpoint/2010/main" val="27712416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2106C4-1933-1FAB-A787-B17123EE50CC}"/>
              </a:ext>
            </a:extLst>
          </p:cNvPr>
          <p:cNvSpPr>
            <a:spLocks noGrp="1"/>
          </p:cNvSpPr>
          <p:nvPr>
            <p:ph type="sldNum" sz="quarter" idx="15"/>
          </p:nvPr>
        </p:nvSpPr>
        <p:spPr/>
        <p:txBody>
          <a:bodyPr/>
          <a:lstStyle/>
          <a:p>
            <a:fld id="{18D65601-5AE2-46FC-B138-694DDD2B510D}" type="slidenum">
              <a:rPr lang="en-US" smtClean="0"/>
              <a:pPr/>
              <a:t>13</a:t>
            </a:fld>
            <a:endParaRPr lang="en-US" dirty="0"/>
          </a:p>
        </p:txBody>
      </p:sp>
      <p:pic>
        <p:nvPicPr>
          <p:cNvPr id="6" name="Picture 5" descr="A screenshot of a field&#10;&#10;AI-generated content may be incorrect.">
            <a:extLst>
              <a:ext uri="{FF2B5EF4-FFF2-40B4-BE49-F238E27FC236}">
                <a16:creationId xmlns:a16="http://schemas.microsoft.com/office/drawing/2014/main" id="{5071CA33-ECEC-8E83-9901-04CB5020C99D}"/>
              </a:ext>
            </a:extLst>
          </p:cNvPr>
          <p:cNvPicPr>
            <a:picLocks noChangeAspect="1"/>
          </p:cNvPicPr>
          <p:nvPr/>
        </p:nvPicPr>
        <p:blipFill>
          <a:blip r:embed="rId2"/>
          <a:stretch>
            <a:fillRect/>
          </a:stretch>
        </p:blipFill>
        <p:spPr>
          <a:xfrm>
            <a:off x="-18624" y="0"/>
            <a:ext cx="10200699" cy="8560340"/>
          </a:xfrm>
          <a:prstGeom prst="rect">
            <a:avLst/>
          </a:prstGeom>
        </p:spPr>
      </p:pic>
      <p:sp>
        <p:nvSpPr>
          <p:cNvPr id="8" name="Oval 7">
            <a:extLst>
              <a:ext uri="{FF2B5EF4-FFF2-40B4-BE49-F238E27FC236}">
                <a16:creationId xmlns:a16="http://schemas.microsoft.com/office/drawing/2014/main" id="{73FF4D98-7BF3-7A7F-FF0F-8DBD6FF4364B}"/>
              </a:ext>
            </a:extLst>
          </p:cNvPr>
          <p:cNvSpPr/>
          <p:nvPr/>
        </p:nvSpPr>
        <p:spPr>
          <a:xfrm>
            <a:off x="4737370" y="2704289"/>
            <a:ext cx="3287949" cy="2091447"/>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After specifying the fields. Name each field you have selected in here.</a:t>
            </a:r>
          </a:p>
        </p:txBody>
      </p:sp>
    </p:spTree>
    <p:extLst>
      <p:ext uri="{BB962C8B-B14F-4D97-AF65-F5344CB8AC3E}">
        <p14:creationId xmlns:p14="http://schemas.microsoft.com/office/powerpoint/2010/main" val="26036668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F9D680-5905-FB39-763F-CC37B3293DAB}"/>
              </a:ext>
            </a:extLst>
          </p:cNvPr>
          <p:cNvSpPr>
            <a:spLocks noGrp="1"/>
          </p:cNvSpPr>
          <p:nvPr>
            <p:ph type="sldNum" sz="quarter" idx="15"/>
          </p:nvPr>
        </p:nvSpPr>
        <p:spPr/>
        <p:txBody>
          <a:bodyPr/>
          <a:lstStyle/>
          <a:p>
            <a:fld id="{18D65601-5AE2-46FC-B138-694DDD2B510D}" type="slidenum">
              <a:rPr lang="en-US" smtClean="0"/>
              <a:pPr/>
              <a:t>14</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8A46D5B2-EA31-5A28-D607-FAA84C98C79A}"/>
              </a:ext>
            </a:extLst>
          </p:cNvPr>
          <p:cNvPicPr>
            <a:picLocks noChangeAspect="1"/>
          </p:cNvPicPr>
          <p:nvPr/>
        </p:nvPicPr>
        <p:blipFill>
          <a:blip r:embed="rId2"/>
          <a:stretch>
            <a:fillRect/>
          </a:stretch>
        </p:blipFill>
        <p:spPr>
          <a:xfrm>
            <a:off x="0" y="0"/>
            <a:ext cx="10339505" cy="6858000"/>
          </a:xfrm>
          <a:prstGeom prst="rect">
            <a:avLst/>
          </a:prstGeom>
        </p:spPr>
      </p:pic>
      <p:sp>
        <p:nvSpPr>
          <p:cNvPr id="7" name="Oval 6">
            <a:extLst>
              <a:ext uri="{FF2B5EF4-FFF2-40B4-BE49-F238E27FC236}">
                <a16:creationId xmlns:a16="http://schemas.microsoft.com/office/drawing/2014/main" id="{8E662BC8-8300-8A20-0E95-75F662E93613}"/>
              </a:ext>
            </a:extLst>
          </p:cNvPr>
          <p:cNvSpPr/>
          <p:nvPr/>
        </p:nvSpPr>
        <p:spPr>
          <a:xfrm>
            <a:off x="7217924" y="642026"/>
            <a:ext cx="2859932" cy="1964987"/>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This is how it would look like after name each field.</a:t>
            </a:r>
          </a:p>
        </p:txBody>
      </p:sp>
      <p:pic>
        <p:nvPicPr>
          <p:cNvPr id="8" name="Picture 7" descr="A screenshot of a computer&#10;&#10;AI-generated content may be incorrect.">
            <a:extLst>
              <a:ext uri="{FF2B5EF4-FFF2-40B4-BE49-F238E27FC236}">
                <a16:creationId xmlns:a16="http://schemas.microsoft.com/office/drawing/2014/main" id="{C0DF9118-DF61-2AC2-FB70-D5975B32ACBB}"/>
              </a:ext>
            </a:extLst>
          </p:cNvPr>
          <p:cNvPicPr>
            <a:picLocks noChangeAspect="1"/>
          </p:cNvPicPr>
          <p:nvPr/>
        </p:nvPicPr>
        <p:blipFill>
          <a:blip r:embed="rId2"/>
          <a:stretch>
            <a:fillRect/>
          </a:stretch>
        </p:blipFill>
        <p:spPr>
          <a:xfrm>
            <a:off x="1584319" y="6858000"/>
            <a:ext cx="10339505" cy="6858000"/>
          </a:xfrm>
          <a:prstGeom prst="rect">
            <a:avLst/>
          </a:prstGeom>
        </p:spPr>
      </p:pic>
    </p:spTree>
    <p:extLst>
      <p:ext uri="{BB962C8B-B14F-4D97-AF65-F5344CB8AC3E}">
        <p14:creationId xmlns:p14="http://schemas.microsoft.com/office/powerpoint/2010/main" val="30817623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B8CD-EA91-FC90-3A29-8680E32A5DA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02C727-36FE-D10F-1AAF-6E9631A3AE6E}"/>
              </a:ext>
            </a:extLst>
          </p:cNvPr>
          <p:cNvSpPr>
            <a:spLocks noGrp="1"/>
          </p:cNvSpPr>
          <p:nvPr>
            <p:ph type="sldNum" sz="quarter" idx="15"/>
          </p:nvPr>
        </p:nvSpPr>
        <p:spPr/>
        <p:txBody>
          <a:bodyPr/>
          <a:lstStyle/>
          <a:p>
            <a:fld id="{18D65601-5AE2-46FC-B138-694DDD2B510D}" type="slidenum">
              <a:rPr lang="en-US" smtClean="0"/>
              <a:pPr/>
              <a:t>15</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2CE8EE55-D21F-2C8D-0920-FD49A16F3E4B}"/>
              </a:ext>
            </a:extLst>
          </p:cNvPr>
          <p:cNvPicPr>
            <a:picLocks noChangeAspect="1"/>
          </p:cNvPicPr>
          <p:nvPr/>
        </p:nvPicPr>
        <p:blipFill>
          <a:blip r:embed="rId2"/>
          <a:srcRect l="12127" t="30858" r="7690" b="249"/>
          <a:stretch>
            <a:fillRect/>
          </a:stretch>
        </p:blipFill>
        <p:spPr>
          <a:xfrm>
            <a:off x="0" y="-389488"/>
            <a:ext cx="12463653" cy="7324922"/>
          </a:xfrm>
          <a:prstGeom prst="rect">
            <a:avLst/>
          </a:prstGeom>
        </p:spPr>
      </p:pic>
      <p:sp>
        <p:nvSpPr>
          <p:cNvPr id="3" name="Oval 2">
            <a:extLst>
              <a:ext uri="{FF2B5EF4-FFF2-40B4-BE49-F238E27FC236}">
                <a16:creationId xmlns:a16="http://schemas.microsoft.com/office/drawing/2014/main" id="{02DF7313-978B-2C23-2959-B8C3478320C4}"/>
              </a:ext>
            </a:extLst>
          </p:cNvPr>
          <p:cNvSpPr/>
          <p:nvPr/>
        </p:nvSpPr>
        <p:spPr>
          <a:xfrm>
            <a:off x="4356986" y="4882278"/>
            <a:ext cx="2565400" cy="192191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Press “Next”</a:t>
            </a:r>
          </a:p>
        </p:txBody>
      </p:sp>
    </p:spTree>
    <p:extLst>
      <p:ext uri="{BB962C8B-B14F-4D97-AF65-F5344CB8AC3E}">
        <p14:creationId xmlns:p14="http://schemas.microsoft.com/office/powerpoint/2010/main" val="27933873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C9B823-F9FB-5A3A-E355-E73C937C63D1}"/>
              </a:ext>
            </a:extLst>
          </p:cNvPr>
          <p:cNvSpPr>
            <a:spLocks noGrp="1"/>
          </p:cNvSpPr>
          <p:nvPr>
            <p:ph type="sldNum" sz="quarter" idx="15"/>
          </p:nvPr>
        </p:nvSpPr>
        <p:spPr/>
        <p:txBody>
          <a:bodyPr/>
          <a:lstStyle/>
          <a:p>
            <a:fld id="{18D65601-5AE2-46FC-B138-694DDD2B510D}" type="slidenum">
              <a:rPr lang="en-US" smtClean="0"/>
              <a:pPr/>
              <a:t>16</a:t>
            </a:fld>
            <a:endParaRPr lang="en-US" dirty="0"/>
          </a:p>
        </p:txBody>
      </p:sp>
      <p:pic>
        <p:nvPicPr>
          <p:cNvPr id="8" name="Picture 7">
            <a:extLst>
              <a:ext uri="{FF2B5EF4-FFF2-40B4-BE49-F238E27FC236}">
                <a16:creationId xmlns:a16="http://schemas.microsoft.com/office/drawing/2014/main" id="{2ECA8FC0-B98C-313D-A9DD-949179248E6E}"/>
              </a:ext>
            </a:extLst>
          </p:cNvPr>
          <p:cNvPicPr>
            <a:picLocks noChangeAspect="1"/>
          </p:cNvPicPr>
          <p:nvPr/>
        </p:nvPicPr>
        <p:blipFill>
          <a:blip r:embed="rId2"/>
          <a:stretch>
            <a:fillRect/>
          </a:stretch>
        </p:blipFill>
        <p:spPr>
          <a:xfrm>
            <a:off x="0" y="0"/>
            <a:ext cx="22357433" cy="12960255"/>
          </a:xfrm>
          <a:prstGeom prst="rect">
            <a:avLst/>
          </a:prstGeom>
        </p:spPr>
      </p:pic>
      <p:sp>
        <p:nvSpPr>
          <p:cNvPr id="9" name="Oval 8">
            <a:extLst>
              <a:ext uri="{FF2B5EF4-FFF2-40B4-BE49-F238E27FC236}">
                <a16:creationId xmlns:a16="http://schemas.microsoft.com/office/drawing/2014/main" id="{90A779D4-4067-ADC7-C47B-3E3D6BFBFFBE}"/>
              </a:ext>
            </a:extLst>
          </p:cNvPr>
          <p:cNvSpPr/>
          <p:nvPr/>
        </p:nvSpPr>
        <p:spPr>
          <a:xfrm>
            <a:off x="4041316" y="984249"/>
            <a:ext cx="7137400" cy="4889501"/>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After you finish choosing the info. needed to be extracted. You must add collections for each document as each document has their own format. We will add a collection that will be mainly dedicated for Trade Agreements and add another one that will be dedicated for Tax Invoices.</a:t>
            </a:r>
          </a:p>
        </p:txBody>
      </p:sp>
    </p:spTree>
    <p:extLst>
      <p:ext uri="{BB962C8B-B14F-4D97-AF65-F5344CB8AC3E}">
        <p14:creationId xmlns:p14="http://schemas.microsoft.com/office/powerpoint/2010/main" val="40358578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E32270-EB29-3269-3E34-2A1ABC7D2E67}"/>
              </a:ext>
            </a:extLst>
          </p:cNvPr>
          <p:cNvSpPr>
            <a:spLocks noGrp="1"/>
          </p:cNvSpPr>
          <p:nvPr>
            <p:ph type="sldNum" sz="quarter" idx="15"/>
          </p:nvPr>
        </p:nvSpPr>
        <p:spPr/>
        <p:txBody>
          <a:bodyPr/>
          <a:lstStyle/>
          <a:p>
            <a:fld id="{18D65601-5AE2-46FC-B138-694DDD2B510D}" type="slidenum">
              <a:rPr lang="en-US" smtClean="0"/>
              <a:pPr/>
              <a:t>17</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669DC146-3ABE-175D-DBFD-3F5B19F9B6E0}"/>
              </a:ext>
            </a:extLst>
          </p:cNvPr>
          <p:cNvPicPr>
            <a:picLocks noChangeAspect="1"/>
          </p:cNvPicPr>
          <p:nvPr/>
        </p:nvPicPr>
        <p:blipFill>
          <a:blip r:embed="rId2"/>
          <a:stretch>
            <a:fillRect/>
          </a:stretch>
        </p:blipFill>
        <p:spPr>
          <a:xfrm>
            <a:off x="-2853496" y="-486383"/>
            <a:ext cx="16414634" cy="10233498"/>
          </a:xfrm>
          <a:prstGeom prst="rect">
            <a:avLst/>
          </a:prstGeom>
        </p:spPr>
      </p:pic>
      <p:sp>
        <p:nvSpPr>
          <p:cNvPr id="7" name="Oval 6">
            <a:extLst>
              <a:ext uri="{FF2B5EF4-FFF2-40B4-BE49-F238E27FC236}">
                <a16:creationId xmlns:a16="http://schemas.microsoft.com/office/drawing/2014/main" id="{8416513D-012D-2F8C-5337-F2513836D1BF}"/>
              </a:ext>
            </a:extLst>
          </p:cNvPr>
          <p:cNvSpPr/>
          <p:nvPr/>
        </p:nvSpPr>
        <p:spPr>
          <a:xfrm>
            <a:off x="4767944" y="2852057"/>
            <a:ext cx="3788228" cy="21336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Press “New Collection”</a:t>
            </a:r>
          </a:p>
        </p:txBody>
      </p:sp>
    </p:spTree>
    <p:extLst>
      <p:ext uri="{BB962C8B-B14F-4D97-AF65-F5344CB8AC3E}">
        <p14:creationId xmlns:p14="http://schemas.microsoft.com/office/powerpoint/2010/main" val="28811519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0B20C1-580A-081E-F334-76A696C36984}"/>
              </a:ext>
            </a:extLst>
          </p:cNvPr>
          <p:cNvSpPr>
            <a:spLocks noGrp="1"/>
          </p:cNvSpPr>
          <p:nvPr>
            <p:ph type="sldNum" sz="quarter" idx="15"/>
          </p:nvPr>
        </p:nvSpPr>
        <p:spPr/>
        <p:txBody>
          <a:bodyPr/>
          <a:lstStyle/>
          <a:p>
            <a:fld id="{18D65601-5AE2-46FC-B138-694DDD2B510D}" type="slidenum">
              <a:rPr lang="en-US" smtClean="0"/>
              <a:pPr/>
              <a:t>18</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02037637-0868-D07A-C5EF-EEDC43D9B53E}"/>
              </a:ext>
            </a:extLst>
          </p:cNvPr>
          <p:cNvPicPr>
            <a:picLocks noChangeAspect="1"/>
          </p:cNvPicPr>
          <p:nvPr/>
        </p:nvPicPr>
        <p:blipFill>
          <a:blip r:embed="rId2"/>
          <a:stretch>
            <a:fillRect/>
          </a:stretch>
        </p:blipFill>
        <p:spPr>
          <a:xfrm>
            <a:off x="0" y="371475"/>
            <a:ext cx="12192000" cy="6115050"/>
          </a:xfrm>
          <a:prstGeom prst="rect">
            <a:avLst/>
          </a:prstGeom>
        </p:spPr>
      </p:pic>
    </p:spTree>
    <p:extLst>
      <p:ext uri="{BB962C8B-B14F-4D97-AF65-F5344CB8AC3E}">
        <p14:creationId xmlns:p14="http://schemas.microsoft.com/office/powerpoint/2010/main" val="1711536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67029B-A983-0A50-101B-5E6654A0E6E2}"/>
              </a:ext>
            </a:extLst>
          </p:cNvPr>
          <p:cNvSpPr>
            <a:spLocks noGrp="1"/>
          </p:cNvSpPr>
          <p:nvPr>
            <p:ph type="sldNum" sz="quarter" idx="15"/>
          </p:nvPr>
        </p:nvSpPr>
        <p:spPr/>
        <p:txBody>
          <a:bodyPr/>
          <a:lstStyle/>
          <a:p>
            <a:fld id="{18D65601-5AE2-46FC-B138-694DDD2B510D}" type="slidenum">
              <a:rPr lang="en-US" smtClean="0"/>
              <a:pPr/>
              <a:t>19</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4FD82CFB-AE5A-85EC-A056-CBF07B0E6A86}"/>
              </a:ext>
            </a:extLst>
          </p:cNvPr>
          <p:cNvPicPr>
            <a:picLocks noChangeAspect="1"/>
          </p:cNvPicPr>
          <p:nvPr/>
        </p:nvPicPr>
        <p:blipFill>
          <a:blip r:embed="rId2"/>
          <a:stretch>
            <a:fillRect/>
          </a:stretch>
        </p:blipFill>
        <p:spPr>
          <a:xfrm>
            <a:off x="-3907971" y="-390525"/>
            <a:ext cx="14451888" cy="7248525"/>
          </a:xfrm>
          <a:prstGeom prst="rect">
            <a:avLst/>
          </a:prstGeom>
        </p:spPr>
      </p:pic>
      <p:sp>
        <p:nvSpPr>
          <p:cNvPr id="9" name="Oval 8">
            <a:extLst>
              <a:ext uri="{FF2B5EF4-FFF2-40B4-BE49-F238E27FC236}">
                <a16:creationId xmlns:a16="http://schemas.microsoft.com/office/drawing/2014/main" id="{00AB9F8C-F9E9-6931-AEE9-57DAEA8DC562}"/>
              </a:ext>
            </a:extLst>
          </p:cNvPr>
          <p:cNvSpPr/>
          <p:nvPr/>
        </p:nvSpPr>
        <p:spPr>
          <a:xfrm>
            <a:off x="2794584" y="4408716"/>
            <a:ext cx="3660490" cy="197031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Add the documents that have the same layout. As each collection has their own documents.</a:t>
            </a:r>
          </a:p>
        </p:txBody>
      </p:sp>
    </p:spTree>
    <p:extLst>
      <p:ext uri="{BB962C8B-B14F-4D97-AF65-F5344CB8AC3E}">
        <p14:creationId xmlns:p14="http://schemas.microsoft.com/office/powerpoint/2010/main" val="35604732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122862-62ED-1A25-8181-03BACE7A353A}"/>
              </a:ext>
            </a:extLst>
          </p:cNvPr>
          <p:cNvSpPr>
            <a:spLocks noGrp="1"/>
          </p:cNvSpPr>
          <p:nvPr>
            <p:ph type="sldNum" sz="quarter" idx="15"/>
          </p:nvPr>
        </p:nvSpPr>
        <p:spPr/>
        <p:txBody>
          <a:bodyPr/>
          <a:lstStyle/>
          <a:p>
            <a:fld id="{18D65601-5AE2-46FC-B138-694DDD2B510D}" type="slidenum">
              <a:rPr lang="en-US" smtClean="0"/>
              <a:pPr/>
              <a:t>20</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4E49DF8E-491A-74A8-7135-C5DF79661EBC}"/>
              </a:ext>
            </a:extLst>
          </p:cNvPr>
          <p:cNvPicPr>
            <a:picLocks noChangeAspect="1"/>
          </p:cNvPicPr>
          <p:nvPr/>
        </p:nvPicPr>
        <p:blipFill>
          <a:blip r:embed="rId2"/>
          <a:stretch>
            <a:fillRect/>
          </a:stretch>
        </p:blipFill>
        <p:spPr>
          <a:xfrm>
            <a:off x="-87085" y="-1"/>
            <a:ext cx="10897500" cy="7926229"/>
          </a:xfrm>
          <a:prstGeom prst="rect">
            <a:avLst/>
          </a:prstGeom>
        </p:spPr>
      </p:pic>
      <p:sp>
        <p:nvSpPr>
          <p:cNvPr id="9" name="Oval 8">
            <a:extLst>
              <a:ext uri="{FF2B5EF4-FFF2-40B4-BE49-F238E27FC236}">
                <a16:creationId xmlns:a16="http://schemas.microsoft.com/office/drawing/2014/main" id="{22DC07C3-BE73-6968-66F5-96CDC479829E}"/>
              </a:ext>
            </a:extLst>
          </p:cNvPr>
          <p:cNvSpPr/>
          <p:nvPr/>
        </p:nvSpPr>
        <p:spPr>
          <a:xfrm>
            <a:off x="5431971" y="1926771"/>
            <a:ext cx="4103915" cy="301534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Upload the Docs from the local storage.</a:t>
            </a:r>
          </a:p>
        </p:txBody>
      </p:sp>
    </p:spTree>
    <p:extLst>
      <p:ext uri="{BB962C8B-B14F-4D97-AF65-F5344CB8AC3E}">
        <p14:creationId xmlns:p14="http://schemas.microsoft.com/office/powerpoint/2010/main" val="41662115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9EFD4F-E44A-3FBC-E1B9-F701ADC9C25D}"/>
              </a:ext>
            </a:extLst>
          </p:cNvPr>
          <p:cNvSpPr>
            <a:spLocks noGrp="1"/>
          </p:cNvSpPr>
          <p:nvPr>
            <p:ph type="sldNum" sz="quarter" idx="15"/>
          </p:nvPr>
        </p:nvSpPr>
        <p:spPr/>
        <p:txBody>
          <a:bodyPr/>
          <a:lstStyle/>
          <a:p>
            <a:fld id="{18D65601-5AE2-46FC-B138-694DDD2B510D}" type="slidenum">
              <a:rPr lang="en-US" smtClean="0"/>
              <a:pPr/>
              <a:t>21</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F884EDE6-C19F-B49E-0925-375E784EA6A3}"/>
              </a:ext>
            </a:extLst>
          </p:cNvPr>
          <p:cNvPicPr>
            <a:picLocks noChangeAspect="1"/>
          </p:cNvPicPr>
          <p:nvPr/>
        </p:nvPicPr>
        <p:blipFill>
          <a:blip r:embed="rId2"/>
          <a:stretch>
            <a:fillRect/>
          </a:stretch>
        </p:blipFill>
        <p:spPr>
          <a:xfrm>
            <a:off x="0" y="19050"/>
            <a:ext cx="12192000" cy="6819900"/>
          </a:xfrm>
          <a:prstGeom prst="rect">
            <a:avLst/>
          </a:prstGeom>
        </p:spPr>
      </p:pic>
    </p:spTree>
    <p:extLst>
      <p:ext uri="{BB962C8B-B14F-4D97-AF65-F5344CB8AC3E}">
        <p14:creationId xmlns:p14="http://schemas.microsoft.com/office/powerpoint/2010/main" val="15027331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671D0A-9AB1-0CDD-D98F-1E8DC81DB079}"/>
              </a:ext>
            </a:extLst>
          </p:cNvPr>
          <p:cNvSpPr>
            <a:spLocks noGrp="1"/>
          </p:cNvSpPr>
          <p:nvPr>
            <p:ph type="sldNum" sz="quarter" idx="15"/>
          </p:nvPr>
        </p:nvSpPr>
        <p:spPr/>
        <p:txBody>
          <a:bodyPr/>
          <a:lstStyle/>
          <a:p>
            <a:fld id="{18D65601-5AE2-46FC-B138-694DDD2B510D}" type="slidenum">
              <a:rPr lang="en-US" smtClean="0"/>
              <a:pPr/>
              <a:t>22</a:t>
            </a:fld>
            <a:endParaRPr lang="en-US" dirty="0"/>
          </a:p>
        </p:txBody>
      </p:sp>
      <p:pic>
        <p:nvPicPr>
          <p:cNvPr id="5" name="Picture 4" descr="A screenshot of a computer&#10;&#10;AI-generated content may be incorrect.">
            <a:extLst>
              <a:ext uri="{FF2B5EF4-FFF2-40B4-BE49-F238E27FC236}">
                <a16:creationId xmlns:a16="http://schemas.microsoft.com/office/drawing/2014/main" id="{B84F692A-4449-37F5-FD97-6F5B9AE67EF0}"/>
              </a:ext>
            </a:extLst>
          </p:cNvPr>
          <p:cNvPicPr>
            <a:picLocks noChangeAspect="1"/>
          </p:cNvPicPr>
          <p:nvPr/>
        </p:nvPicPr>
        <p:blipFill>
          <a:blip r:embed="rId2"/>
          <a:stretch>
            <a:fillRect/>
          </a:stretch>
        </p:blipFill>
        <p:spPr>
          <a:xfrm>
            <a:off x="-6045200" y="-2593197"/>
            <a:ext cx="16895995" cy="9451197"/>
          </a:xfrm>
          <a:prstGeom prst="rect">
            <a:avLst/>
          </a:prstGeom>
        </p:spPr>
      </p:pic>
      <p:sp>
        <p:nvSpPr>
          <p:cNvPr id="6" name="Oval 5">
            <a:extLst>
              <a:ext uri="{FF2B5EF4-FFF2-40B4-BE49-F238E27FC236}">
                <a16:creationId xmlns:a16="http://schemas.microsoft.com/office/drawing/2014/main" id="{8C6F524E-884F-5567-DBCA-D895229EBA6F}"/>
              </a:ext>
            </a:extLst>
          </p:cNvPr>
          <p:cNvSpPr/>
          <p:nvPr/>
        </p:nvSpPr>
        <p:spPr>
          <a:xfrm>
            <a:off x="1099905" y="3162300"/>
            <a:ext cx="3365052" cy="2688772"/>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Upload the documents where you have added them in the collections as these will represent as samples to the AI Model for training.</a:t>
            </a:r>
          </a:p>
        </p:txBody>
      </p:sp>
    </p:spTree>
    <p:extLst>
      <p:ext uri="{BB962C8B-B14F-4D97-AF65-F5344CB8AC3E}">
        <p14:creationId xmlns:p14="http://schemas.microsoft.com/office/powerpoint/2010/main" val="1828186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318CAF-CEDE-BB62-F9B3-EE7C89AEC7D8}"/>
              </a:ext>
            </a:extLst>
          </p:cNvPr>
          <p:cNvSpPr>
            <a:spLocks noGrp="1"/>
          </p:cNvSpPr>
          <p:nvPr>
            <p:ph type="sldNum" sz="quarter" idx="15"/>
          </p:nvPr>
        </p:nvSpPr>
        <p:spPr/>
        <p:txBody>
          <a:bodyPr/>
          <a:lstStyle/>
          <a:p>
            <a:fld id="{18D65601-5AE2-46FC-B138-694DDD2B510D}" type="slidenum">
              <a:rPr lang="en-US" smtClean="0"/>
              <a:pPr/>
              <a:t>23</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DFDDD734-1925-B47E-85FE-E340CE0C374D}"/>
              </a:ext>
            </a:extLst>
          </p:cNvPr>
          <p:cNvPicPr>
            <a:picLocks noChangeAspect="1"/>
          </p:cNvPicPr>
          <p:nvPr/>
        </p:nvPicPr>
        <p:blipFill>
          <a:blip r:embed="rId2"/>
          <a:stretch>
            <a:fillRect/>
          </a:stretch>
        </p:blipFill>
        <p:spPr>
          <a:xfrm>
            <a:off x="5560" y="-50800"/>
            <a:ext cx="12186440" cy="6959600"/>
          </a:xfrm>
          <a:prstGeom prst="rect">
            <a:avLst/>
          </a:prstGeom>
        </p:spPr>
      </p:pic>
      <p:sp>
        <p:nvSpPr>
          <p:cNvPr id="11" name="Oval 10">
            <a:extLst>
              <a:ext uri="{FF2B5EF4-FFF2-40B4-BE49-F238E27FC236}">
                <a16:creationId xmlns:a16="http://schemas.microsoft.com/office/drawing/2014/main" id="{F1ED645E-CD0F-9E83-864D-95273EB0E229}"/>
              </a:ext>
            </a:extLst>
          </p:cNvPr>
          <p:cNvSpPr/>
          <p:nvPr/>
        </p:nvSpPr>
        <p:spPr>
          <a:xfrm>
            <a:off x="88900" y="800100"/>
            <a:ext cx="6426201" cy="37084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After uploading the docs. We will now be training the app to extract the needed data. Open the document and select the items in the document to be extracted and choose the type of field that you have added in the beginning for the selected item.</a:t>
            </a:r>
          </a:p>
        </p:txBody>
      </p:sp>
    </p:spTree>
    <p:extLst>
      <p:ext uri="{BB962C8B-B14F-4D97-AF65-F5344CB8AC3E}">
        <p14:creationId xmlns:p14="http://schemas.microsoft.com/office/powerpoint/2010/main" val="21374936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D59BFD-F127-A020-4B1B-5F20BE45105C}"/>
              </a:ext>
            </a:extLst>
          </p:cNvPr>
          <p:cNvSpPr>
            <a:spLocks noGrp="1"/>
          </p:cNvSpPr>
          <p:nvPr>
            <p:ph type="sldNum" sz="quarter" idx="15"/>
          </p:nvPr>
        </p:nvSpPr>
        <p:spPr/>
        <p:txBody>
          <a:bodyPr/>
          <a:lstStyle/>
          <a:p>
            <a:fld id="{18D65601-5AE2-46FC-B138-694DDD2B510D}" type="slidenum">
              <a:rPr lang="en-US" smtClean="0"/>
              <a:pPr/>
              <a:t>24</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1E69D16B-1FA5-85C9-8A43-C7925714CB45}"/>
              </a:ext>
            </a:extLst>
          </p:cNvPr>
          <p:cNvPicPr>
            <a:picLocks noChangeAspect="1"/>
          </p:cNvPicPr>
          <p:nvPr/>
        </p:nvPicPr>
        <p:blipFill>
          <a:blip r:embed="rId2"/>
          <a:stretch>
            <a:fillRect/>
          </a:stretch>
        </p:blipFill>
        <p:spPr>
          <a:xfrm>
            <a:off x="0" y="-101600"/>
            <a:ext cx="14630400" cy="9509760"/>
          </a:xfrm>
          <a:prstGeom prst="rect">
            <a:avLst/>
          </a:prstGeom>
        </p:spPr>
      </p:pic>
      <p:sp>
        <p:nvSpPr>
          <p:cNvPr id="7" name="Oval 6">
            <a:extLst>
              <a:ext uri="{FF2B5EF4-FFF2-40B4-BE49-F238E27FC236}">
                <a16:creationId xmlns:a16="http://schemas.microsoft.com/office/drawing/2014/main" id="{BEEFD14F-C4EE-C557-1EC5-D2456BAD897C}"/>
              </a:ext>
            </a:extLst>
          </p:cNvPr>
          <p:cNvSpPr/>
          <p:nvPr/>
        </p:nvSpPr>
        <p:spPr>
          <a:xfrm>
            <a:off x="3492500" y="977900"/>
            <a:ext cx="5715000" cy="41275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We have finished tagging the documents and specifying the items in document. There will be a model summary that shows from the beginning process where you have chosen the info extract till tagging the docs, you can add or edit any changes in here.</a:t>
            </a:r>
          </a:p>
        </p:txBody>
      </p:sp>
    </p:spTree>
    <p:extLst>
      <p:ext uri="{BB962C8B-B14F-4D97-AF65-F5344CB8AC3E}">
        <p14:creationId xmlns:p14="http://schemas.microsoft.com/office/powerpoint/2010/main" val="6754749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09DFDC-9C3D-3128-37B1-1514C2A80CD5}"/>
              </a:ext>
            </a:extLst>
          </p:cNvPr>
          <p:cNvSpPr>
            <a:spLocks noGrp="1"/>
          </p:cNvSpPr>
          <p:nvPr>
            <p:ph type="sldNum" sz="quarter" idx="15"/>
          </p:nvPr>
        </p:nvSpPr>
        <p:spPr/>
        <p:txBody>
          <a:bodyPr/>
          <a:lstStyle/>
          <a:p>
            <a:fld id="{18D65601-5AE2-46FC-B138-694DDD2B510D}" type="slidenum">
              <a:rPr lang="en-US" smtClean="0"/>
              <a:pPr/>
              <a:t>25</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73BE3224-E7B9-FF35-48BD-16C5D26514E0}"/>
              </a:ext>
            </a:extLst>
          </p:cNvPr>
          <p:cNvPicPr>
            <a:picLocks noChangeAspect="1"/>
          </p:cNvPicPr>
          <p:nvPr/>
        </p:nvPicPr>
        <p:blipFill>
          <a:blip r:embed="rId2"/>
          <a:stretch>
            <a:fillRect/>
          </a:stretch>
        </p:blipFill>
        <p:spPr>
          <a:xfrm>
            <a:off x="-2780045" y="-2797630"/>
            <a:ext cx="14972045" cy="9731830"/>
          </a:xfrm>
          <a:prstGeom prst="rect">
            <a:avLst/>
          </a:prstGeom>
        </p:spPr>
      </p:pic>
      <p:sp>
        <p:nvSpPr>
          <p:cNvPr id="9" name="Oval 8">
            <a:extLst>
              <a:ext uri="{FF2B5EF4-FFF2-40B4-BE49-F238E27FC236}">
                <a16:creationId xmlns:a16="http://schemas.microsoft.com/office/drawing/2014/main" id="{49E9107D-B22A-5BA1-225F-A44EEFF541BA}"/>
              </a:ext>
            </a:extLst>
          </p:cNvPr>
          <p:cNvSpPr/>
          <p:nvPr/>
        </p:nvSpPr>
        <p:spPr>
          <a:xfrm>
            <a:off x="3722914" y="4044657"/>
            <a:ext cx="4386943" cy="2720199"/>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Now it’s time to actually train the AI Model. After you are done with editing any changes. Press “Train”.</a:t>
            </a:r>
          </a:p>
        </p:txBody>
      </p:sp>
    </p:spTree>
    <p:extLst>
      <p:ext uri="{BB962C8B-B14F-4D97-AF65-F5344CB8AC3E}">
        <p14:creationId xmlns:p14="http://schemas.microsoft.com/office/powerpoint/2010/main" val="16398345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36AF21-B55D-6BFA-62C0-55F062342DB6}"/>
              </a:ext>
            </a:extLst>
          </p:cNvPr>
          <p:cNvSpPr>
            <a:spLocks noGrp="1"/>
          </p:cNvSpPr>
          <p:nvPr>
            <p:ph type="sldNum" sz="quarter" idx="15"/>
          </p:nvPr>
        </p:nvSpPr>
        <p:spPr/>
        <p:txBody>
          <a:bodyPr/>
          <a:lstStyle/>
          <a:p>
            <a:fld id="{18D65601-5AE2-46FC-B138-694DDD2B510D}" type="slidenum">
              <a:rPr lang="en-US" smtClean="0"/>
              <a:pPr/>
              <a:t>26</a:t>
            </a:fld>
            <a:endParaRPr lang="en-US" dirty="0"/>
          </a:p>
        </p:txBody>
      </p:sp>
      <p:pic>
        <p:nvPicPr>
          <p:cNvPr id="6" name="Picture 5">
            <a:extLst>
              <a:ext uri="{FF2B5EF4-FFF2-40B4-BE49-F238E27FC236}">
                <a16:creationId xmlns:a16="http://schemas.microsoft.com/office/drawing/2014/main" id="{508294BB-F74B-1D4C-DEFC-9C69593E34E0}"/>
              </a:ext>
            </a:extLst>
          </p:cNvPr>
          <p:cNvPicPr>
            <a:picLocks noChangeAspect="1"/>
          </p:cNvPicPr>
          <p:nvPr/>
        </p:nvPicPr>
        <p:blipFill>
          <a:blip r:embed="rId2"/>
          <a:stretch>
            <a:fillRect/>
          </a:stretch>
        </p:blipFill>
        <p:spPr>
          <a:xfrm>
            <a:off x="0" y="0"/>
            <a:ext cx="12192000" cy="7200900"/>
          </a:xfrm>
          <a:prstGeom prst="rect">
            <a:avLst/>
          </a:prstGeom>
        </p:spPr>
      </p:pic>
      <p:sp>
        <p:nvSpPr>
          <p:cNvPr id="7" name="Oval 6">
            <a:extLst>
              <a:ext uri="{FF2B5EF4-FFF2-40B4-BE49-F238E27FC236}">
                <a16:creationId xmlns:a16="http://schemas.microsoft.com/office/drawing/2014/main" id="{C7C46338-D757-CF0B-BF30-9ECB37F8CBC7}"/>
              </a:ext>
            </a:extLst>
          </p:cNvPr>
          <p:cNvSpPr/>
          <p:nvPr/>
        </p:nvSpPr>
        <p:spPr>
          <a:xfrm>
            <a:off x="827314" y="3526971"/>
            <a:ext cx="4136572" cy="263434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The AI Model is in the training process.</a:t>
            </a:r>
          </a:p>
        </p:txBody>
      </p:sp>
    </p:spTree>
    <p:extLst>
      <p:ext uri="{BB962C8B-B14F-4D97-AF65-F5344CB8AC3E}">
        <p14:creationId xmlns:p14="http://schemas.microsoft.com/office/powerpoint/2010/main" val="27783908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56119D-1D02-6F54-10B9-3287420A1080}"/>
              </a:ext>
            </a:extLst>
          </p:cNvPr>
          <p:cNvSpPr>
            <a:spLocks noGrp="1"/>
          </p:cNvSpPr>
          <p:nvPr>
            <p:ph type="sldNum" sz="quarter" idx="15"/>
          </p:nvPr>
        </p:nvSpPr>
        <p:spPr/>
        <p:txBody>
          <a:bodyPr/>
          <a:lstStyle/>
          <a:p>
            <a:fld id="{18D65601-5AE2-46FC-B138-694DDD2B510D}" type="slidenum">
              <a:rPr lang="en-US" smtClean="0"/>
              <a:pPr/>
              <a:t>27</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CFD54DA7-33A4-770E-2259-5127B00A7E85}"/>
              </a:ext>
            </a:extLst>
          </p:cNvPr>
          <p:cNvPicPr>
            <a:picLocks noChangeAspect="1"/>
          </p:cNvPicPr>
          <p:nvPr/>
        </p:nvPicPr>
        <p:blipFill>
          <a:blip r:embed="rId2"/>
          <a:stretch>
            <a:fillRect/>
          </a:stretch>
        </p:blipFill>
        <p:spPr>
          <a:xfrm>
            <a:off x="-4364459" y="-2166282"/>
            <a:ext cx="16707093" cy="10337515"/>
          </a:xfrm>
          <a:prstGeom prst="rect">
            <a:avLst/>
          </a:prstGeom>
        </p:spPr>
      </p:pic>
      <p:sp>
        <p:nvSpPr>
          <p:cNvPr id="7" name="Oval 6">
            <a:extLst>
              <a:ext uri="{FF2B5EF4-FFF2-40B4-BE49-F238E27FC236}">
                <a16:creationId xmlns:a16="http://schemas.microsoft.com/office/drawing/2014/main" id="{45CBE411-7563-A0ED-7224-68434F7FC4CD}"/>
              </a:ext>
            </a:extLst>
          </p:cNvPr>
          <p:cNvSpPr/>
          <p:nvPr/>
        </p:nvSpPr>
        <p:spPr>
          <a:xfrm>
            <a:off x="3989087" y="4000500"/>
            <a:ext cx="3980173" cy="27559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Press “Go to Models”</a:t>
            </a:r>
          </a:p>
        </p:txBody>
      </p:sp>
    </p:spTree>
    <p:extLst>
      <p:ext uri="{BB962C8B-B14F-4D97-AF65-F5344CB8AC3E}">
        <p14:creationId xmlns:p14="http://schemas.microsoft.com/office/powerpoint/2010/main" val="32495818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05DF5398-77CD-31F3-EC84-5D1420173044}"/>
              </a:ext>
            </a:extLst>
          </p:cNvPr>
          <p:cNvPicPr>
            <a:picLocks noChangeAspect="1"/>
          </p:cNvPicPr>
          <p:nvPr/>
        </p:nvPicPr>
        <p:blipFill>
          <a:blip r:embed="rId2"/>
          <a:stretch>
            <a:fillRect/>
          </a:stretch>
        </p:blipFill>
        <p:spPr>
          <a:xfrm>
            <a:off x="25400" y="-168211"/>
            <a:ext cx="12166600" cy="7026211"/>
          </a:xfrm>
          <a:prstGeom prst="rect">
            <a:avLst/>
          </a:prstGeom>
          <a:noFill/>
        </p:spPr>
      </p:pic>
      <p:sp>
        <p:nvSpPr>
          <p:cNvPr id="4" name="Slide Number Placeholder 3" hidden="1">
            <a:extLst>
              <a:ext uri="{FF2B5EF4-FFF2-40B4-BE49-F238E27FC236}">
                <a16:creationId xmlns:a16="http://schemas.microsoft.com/office/drawing/2014/main" id="{026E212A-DEF7-4A99-BB04-9F2C0188E659}"/>
              </a:ext>
            </a:extLst>
          </p:cNvPr>
          <p:cNvSpPr>
            <a:spLocks noGrp="1"/>
          </p:cNvSpPr>
          <p:nvPr>
            <p:ph type="sldNum" sz="quarter" idx="15"/>
          </p:nvPr>
        </p:nvSpPr>
        <p:spPr/>
        <p:txBody>
          <a:bodyPr/>
          <a:lstStyle/>
          <a:p>
            <a:pPr>
              <a:spcAft>
                <a:spcPts val="600"/>
              </a:spcAft>
            </a:pPr>
            <a:fld id="{18D65601-5AE2-46FC-B138-694DDD2B510D}" type="slidenum">
              <a:rPr lang="en-US" smtClean="0"/>
              <a:pPr>
                <a:spcAft>
                  <a:spcPts val="600"/>
                </a:spcAft>
              </a:pPr>
              <a:t>28</a:t>
            </a:fld>
            <a:endParaRPr lang="en-US"/>
          </a:p>
        </p:txBody>
      </p:sp>
      <p:sp>
        <p:nvSpPr>
          <p:cNvPr id="7" name="Oval 6">
            <a:extLst>
              <a:ext uri="{FF2B5EF4-FFF2-40B4-BE49-F238E27FC236}">
                <a16:creationId xmlns:a16="http://schemas.microsoft.com/office/drawing/2014/main" id="{50C64C9C-1A6A-D76A-5094-40E838A0EA71}"/>
              </a:ext>
            </a:extLst>
          </p:cNvPr>
          <p:cNvSpPr/>
          <p:nvPr/>
        </p:nvSpPr>
        <p:spPr>
          <a:xfrm>
            <a:off x="5499100" y="368300"/>
            <a:ext cx="3657600" cy="21717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You will see all the docs that have been uploaded, published and trained.</a:t>
            </a:r>
          </a:p>
        </p:txBody>
      </p:sp>
    </p:spTree>
    <p:extLst>
      <p:ext uri="{BB962C8B-B14F-4D97-AF65-F5344CB8AC3E}">
        <p14:creationId xmlns:p14="http://schemas.microsoft.com/office/powerpoint/2010/main" val="40674555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CCF6F2-9905-8F3F-E1E5-75BEE9C39726}"/>
              </a:ext>
            </a:extLst>
          </p:cNvPr>
          <p:cNvSpPr>
            <a:spLocks noGrp="1"/>
          </p:cNvSpPr>
          <p:nvPr>
            <p:ph type="sldNum" sz="quarter" idx="15"/>
          </p:nvPr>
        </p:nvSpPr>
        <p:spPr/>
        <p:txBody>
          <a:bodyPr/>
          <a:lstStyle/>
          <a:p>
            <a:fld id="{18D65601-5AE2-46FC-B138-694DDD2B510D}" type="slidenum">
              <a:rPr lang="en-US" smtClean="0"/>
              <a:pPr/>
              <a:t>29</a:t>
            </a:fld>
            <a:endParaRPr lang="en-US" dirty="0"/>
          </a:p>
        </p:txBody>
      </p:sp>
      <p:pic>
        <p:nvPicPr>
          <p:cNvPr id="10" name="Picture 9" descr="A screenshot of a computer&#10;&#10;AI-generated content may be incorrect.">
            <a:extLst>
              <a:ext uri="{FF2B5EF4-FFF2-40B4-BE49-F238E27FC236}">
                <a16:creationId xmlns:a16="http://schemas.microsoft.com/office/drawing/2014/main" id="{35B1EB89-6138-86FE-4492-BD0F66655118}"/>
              </a:ext>
            </a:extLst>
          </p:cNvPr>
          <p:cNvPicPr>
            <a:picLocks noChangeAspect="1"/>
          </p:cNvPicPr>
          <p:nvPr/>
        </p:nvPicPr>
        <p:blipFill>
          <a:blip r:embed="rId2"/>
          <a:stretch>
            <a:fillRect/>
          </a:stretch>
        </p:blipFill>
        <p:spPr>
          <a:xfrm>
            <a:off x="-1453904" y="-1"/>
            <a:ext cx="14213017" cy="8216901"/>
          </a:xfrm>
          <a:prstGeom prst="rect">
            <a:avLst/>
          </a:prstGeom>
        </p:spPr>
      </p:pic>
      <p:sp>
        <p:nvSpPr>
          <p:cNvPr id="11" name="Oval 10">
            <a:extLst>
              <a:ext uri="{FF2B5EF4-FFF2-40B4-BE49-F238E27FC236}">
                <a16:creationId xmlns:a16="http://schemas.microsoft.com/office/drawing/2014/main" id="{FD83A66E-433A-06F0-8865-8D33D1B94491}"/>
              </a:ext>
            </a:extLst>
          </p:cNvPr>
          <p:cNvSpPr/>
          <p:nvPr/>
        </p:nvSpPr>
        <p:spPr>
          <a:xfrm>
            <a:off x="7899400" y="2819400"/>
            <a:ext cx="3886200" cy="29337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Press the document that you have just trained.</a:t>
            </a:r>
          </a:p>
        </p:txBody>
      </p:sp>
    </p:spTree>
    <p:extLst>
      <p:ext uri="{BB962C8B-B14F-4D97-AF65-F5344CB8AC3E}">
        <p14:creationId xmlns:p14="http://schemas.microsoft.com/office/powerpoint/2010/main" val="31788035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CB743E-B938-DAF1-CAB3-F2747189FE74}"/>
              </a:ext>
            </a:extLst>
          </p:cNvPr>
          <p:cNvSpPr>
            <a:spLocks noGrp="1"/>
          </p:cNvSpPr>
          <p:nvPr>
            <p:ph type="sldNum" sz="quarter" idx="15"/>
          </p:nvPr>
        </p:nvSpPr>
        <p:spPr/>
        <p:txBody>
          <a:bodyPr/>
          <a:lstStyle/>
          <a:p>
            <a:fld id="{18D65601-5AE2-46FC-B138-694DDD2B510D}" type="slidenum">
              <a:rPr lang="en-US" smtClean="0"/>
              <a:pPr/>
              <a:t>30</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9C045B62-3C5D-0EC3-8102-E17C959731D2}"/>
              </a:ext>
            </a:extLst>
          </p:cNvPr>
          <p:cNvPicPr>
            <a:picLocks noChangeAspect="1"/>
          </p:cNvPicPr>
          <p:nvPr/>
        </p:nvPicPr>
        <p:blipFill>
          <a:blip r:embed="rId2"/>
          <a:stretch>
            <a:fillRect/>
          </a:stretch>
        </p:blipFill>
        <p:spPr>
          <a:xfrm>
            <a:off x="-569213" y="182043"/>
            <a:ext cx="12761213" cy="6493913"/>
          </a:xfrm>
          <a:prstGeom prst="rect">
            <a:avLst/>
          </a:prstGeom>
        </p:spPr>
      </p:pic>
      <p:sp>
        <p:nvSpPr>
          <p:cNvPr id="7" name="Oval 6">
            <a:extLst>
              <a:ext uri="{FF2B5EF4-FFF2-40B4-BE49-F238E27FC236}">
                <a16:creationId xmlns:a16="http://schemas.microsoft.com/office/drawing/2014/main" id="{2C2DE8E2-495D-94B5-600B-778CB274A40F}"/>
              </a:ext>
            </a:extLst>
          </p:cNvPr>
          <p:cNvSpPr/>
          <p:nvPr/>
        </p:nvSpPr>
        <p:spPr>
          <a:xfrm>
            <a:off x="7289800" y="3771899"/>
            <a:ext cx="3898900" cy="2349501"/>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You can do a quick test before publishing the AI Model in Power Automate or Power Apps</a:t>
            </a:r>
          </a:p>
        </p:txBody>
      </p:sp>
    </p:spTree>
    <p:extLst>
      <p:ext uri="{BB962C8B-B14F-4D97-AF65-F5344CB8AC3E}">
        <p14:creationId xmlns:p14="http://schemas.microsoft.com/office/powerpoint/2010/main" val="38760756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2982D1-094C-7F38-E58E-F39B6C1F4B67}"/>
              </a:ext>
            </a:extLst>
          </p:cNvPr>
          <p:cNvSpPr>
            <a:spLocks noGrp="1"/>
          </p:cNvSpPr>
          <p:nvPr>
            <p:ph type="sldNum" sz="quarter" idx="15"/>
          </p:nvPr>
        </p:nvSpPr>
        <p:spPr/>
        <p:txBody>
          <a:bodyPr/>
          <a:lstStyle/>
          <a:p>
            <a:fld id="{18D65601-5AE2-46FC-B138-694DDD2B510D}" type="slidenum">
              <a:rPr lang="en-US" smtClean="0"/>
              <a:pPr/>
              <a:t>31</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85527789-4490-39E3-98D5-F02EE1EEDCFB}"/>
              </a:ext>
            </a:extLst>
          </p:cNvPr>
          <p:cNvPicPr>
            <a:picLocks noChangeAspect="1"/>
          </p:cNvPicPr>
          <p:nvPr/>
        </p:nvPicPr>
        <p:blipFill>
          <a:blip r:embed="rId2"/>
          <a:stretch>
            <a:fillRect/>
          </a:stretch>
        </p:blipFill>
        <p:spPr>
          <a:xfrm>
            <a:off x="-687530" y="-642938"/>
            <a:ext cx="15330630" cy="7653338"/>
          </a:xfrm>
          <a:prstGeom prst="rect">
            <a:avLst/>
          </a:prstGeom>
        </p:spPr>
      </p:pic>
      <p:sp>
        <p:nvSpPr>
          <p:cNvPr id="11" name="Oval 10">
            <a:extLst>
              <a:ext uri="{FF2B5EF4-FFF2-40B4-BE49-F238E27FC236}">
                <a16:creationId xmlns:a16="http://schemas.microsoft.com/office/drawing/2014/main" id="{D417AB1E-5C60-31F4-A55E-66195A462562}"/>
              </a:ext>
            </a:extLst>
          </p:cNvPr>
          <p:cNvSpPr/>
          <p:nvPr/>
        </p:nvSpPr>
        <p:spPr>
          <a:xfrm>
            <a:off x="4654550" y="4914900"/>
            <a:ext cx="2882900" cy="19431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If you are going to publish the AI Model. Press “Publish”</a:t>
            </a:r>
          </a:p>
        </p:txBody>
      </p:sp>
    </p:spTree>
    <p:extLst>
      <p:ext uri="{BB962C8B-B14F-4D97-AF65-F5344CB8AC3E}">
        <p14:creationId xmlns:p14="http://schemas.microsoft.com/office/powerpoint/2010/main" val="13222793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45AE52-25F3-3B24-C7BC-E63C52224177}"/>
              </a:ext>
            </a:extLst>
          </p:cNvPr>
          <p:cNvSpPr>
            <a:spLocks noGrp="1"/>
          </p:cNvSpPr>
          <p:nvPr>
            <p:ph type="sldNum" sz="quarter" idx="15"/>
          </p:nvPr>
        </p:nvSpPr>
        <p:spPr/>
        <p:txBody>
          <a:bodyPr/>
          <a:lstStyle/>
          <a:p>
            <a:fld id="{18D65601-5AE2-46FC-B138-694DDD2B510D}" type="slidenum">
              <a:rPr lang="en-US" smtClean="0"/>
              <a:pPr/>
              <a:t>32</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F37F76A9-A977-06BD-C63C-3139DA5403C4}"/>
              </a:ext>
            </a:extLst>
          </p:cNvPr>
          <p:cNvPicPr>
            <a:picLocks noChangeAspect="1"/>
          </p:cNvPicPr>
          <p:nvPr/>
        </p:nvPicPr>
        <p:blipFill>
          <a:blip r:embed="rId2"/>
          <a:stretch>
            <a:fillRect/>
          </a:stretch>
        </p:blipFill>
        <p:spPr>
          <a:xfrm>
            <a:off x="0" y="101600"/>
            <a:ext cx="12192000" cy="6756400"/>
          </a:xfrm>
          <a:prstGeom prst="rect">
            <a:avLst/>
          </a:prstGeom>
        </p:spPr>
      </p:pic>
      <p:sp>
        <p:nvSpPr>
          <p:cNvPr id="7" name="Oval 6">
            <a:extLst>
              <a:ext uri="{FF2B5EF4-FFF2-40B4-BE49-F238E27FC236}">
                <a16:creationId xmlns:a16="http://schemas.microsoft.com/office/drawing/2014/main" id="{17A7F094-901B-A14C-4D6D-FF28CBB74F8F}"/>
              </a:ext>
            </a:extLst>
          </p:cNvPr>
          <p:cNvSpPr/>
          <p:nvPr/>
        </p:nvSpPr>
        <p:spPr>
          <a:xfrm>
            <a:off x="7289800" y="2705100"/>
            <a:ext cx="4724400" cy="2616200"/>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You can use your published AI Model in other processes. In our case. We will use the published AI Model in power apps as we would want to connect it to the interface (Validation App).</a:t>
            </a:r>
          </a:p>
        </p:txBody>
      </p:sp>
    </p:spTree>
    <p:extLst>
      <p:ext uri="{BB962C8B-B14F-4D97-AF65-F5344CB8AC3E}">
        <p14:creationId xmlns:p14="http://schemas.microsoft.com/office/powerpoint/2010/main" val="25047815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62BF9-37F6-D280-006C-2898072BDB9A}"/>
              </a:ext>
            </a:extLst>
          </p:cNvPr>
          <p:cNvSpPr>
            <a:spLocks noGrp="1"/>
          </p:cNvSpPr>
          <p:nvPr>
            <p:ph type="title"/>
          </p:nvPr>
        </p:nvSpPr>
        <p:spPr>
          <a:xfrm>
            <a:off x="3797300" y="-1978091"/>
            <a:ext cx="4864101" cy="5407091"/>
          </a:xfrm>
        </p:spPr>
        <p:txBody>
          <a:bodyPr/>
          <a:lstStyle/>
          <a:p>
            <a:pPr algn="ctr"/>
            <a:r>
              <a:rPr lang="en-US" dirty="0"/>
              <a:t>Estimated cost &amp; time for implementation</a:t>
            </a:r>
          </a:p>
        </p:txBody>
      </p:sp>
      <p:sp>
        <p:nvSpPr>
          <p:cNvPr id="6" name="TextBox 5">
            <a:extLst>
              <a:ext uri="{FF2B5EF4-FFF2-40B4-BE49-F238E27FC236}">
                <a16:creationId xmlns:a16="http://schemas.microsoft.com/office/drawing/2014/main" id="{2312643B-837B-34D3-E1FA-D99A2FC5C8D9}"/>
              </a:ext>
            </a:extLst>
          </p:cNvPr>
          <p:cNvSpPr txBox="1"/>
          <p:nvPr/>
        </p:nvSpPr>
        <p:spPr>
          <a:xfrm>
            <a:off x="939800" y="2115235"/>
            <a:ext cx="11150600" cy="369332"/>
          </a:xfrm>
          <a:prstGeom prst="rect">
            <a:avLst/>
          </a:prstGeom>
          <a:noFill/>
        </p:spPr>
        <p:txBody>
          <a:bodyPr wrap="square">
            <a:spAutoFit/>
          </a:bodyPr>
          <a:lstStyle/>
          <a:p>
            <a:r>
              <a:rPr lang="en-US" dirty="0">
                <a:latin typeface="+mj-lt"/>
              </a:rPr>
              <a:t>- The app will be in the testing phase and is expected to be fully developed within </a:t>
            </a:r>
            <a:r>
              <a:rPr lang="en-US" b="1" dirty="0">
                <a:latin typeface="+mj-lt"/>
              </a:rPr>
              <a:t>2 weeks to a month.</a:t>
            </a:r>
            <a:endParaRPr lang="en-US" dirty="0">
              <a:latin typeface="+mj-lt"/>
            </a:endParaRPr>
          </a:p>
        </p:txBody>
      </p:sp>
      <p:sp>
        <p:nvSpPr>
          <p:cNvPr id="7" name="TextBox 6">
            <a:extLst>
              <a:ext uri="{FF2B5EF4-FFF2-40B4-BE49-F238E27FC236}">
                <a16:creationId xmlns:a16="http://schemas.microsoft.com/office/drawing/2014/main" id="{B561AD16-48E3-7977-7883-0A3633081222}"/>
              </a:ext>
            </a:extLst>
          </p:cNvPr>
          <p:cNvSpPr txBox="1"/>
          <p:nvPr/>
        </p:nvSpPr>
        <p:spPr>
          <a:xfrm>
            <a:off x="1003300" y="2667000"/>
            <a:ext cx="10185400" cy="369332"/>
          </a:xfrm>
          <a:prstGeom prst="rect">
            <a:avLst/>
          </a:prstGeom>
          <a:noFill/>
        </p:spPr>
        <p:txBody>
          <a:bodyPr wrap="square" rtlCol="0">
            <a:spAutoFit/>
          </a:bodyPr>
          <a:lstStyle/>
          <a:p>
            <a:r>
              <a:rPr lang="en-US" dirty="0"/>
              <a:t>- </a:t>
            </a:r>
            <a:r>
              <a:rPr lang="en-US" dirty="0">
                <a:latin typeface="+mj-lt"/>
              </a:rPr>
              <a:t>For each environment. There are </a:t>
            </a:r>
            <a:r>
              <a:rPr lang="en-US" b="1" dirty="0">
                <a:latin typeface="+mj-lt"/>
              </a:rPr>
              <a:t>maximum number </a:t>
            </a:r>
            <a:r>
              <a:rPr lang="en-US" dirty="0">
                <a:latin typeface="+mj-lt"/>
              </a:rPr>
              <a:t>of AI Builder credits you can request.</a:t>
            </a:r>
          </a:p>
        </p:txBody>
      </p:sp>
      <p:sp>
        <p:nvSpPr>
          <p:cNvPr id="8" name="Rectangle 1">
            <a:extLst>
              <a:ext uri="{FF2B5EF4-FFF2-40B4-BE49-F238E27FC236}">
                <a16:creationId xmlns:a16="http://schemas.microsoft.com/office/drawing/2014/main" id="{F6BDE9B6-C284-BF5F-E1EC-F9CBE690F257}"/>
              </a:ext>
            </a:extLst>
          </p:cNvPr>
          <p:cNvSpPr>
            <a:spLocks noChangeArrowheads="1"/>
          </p:cNvSpPr>
          <p:nvPr/>
        </p:nvSpPr>
        <p:spPr bwMode="auto">
          <a:xfrm>
            <a:off x="1290953" y="5510852"/>
            <a:ext cx="71368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Prediction per document</a:t>
            </a:r>
            <a:r>
              <a:rPr kumimoji="0" lang="en-US" altLang="en-US" sz="1800" b="0" i="0" u="none" strike="noStrike" cap="none" normalizeH="0" baseline="0" dirty="0">
                <a:ln>
                  <a:noFill/>
                </a:ln>
                <a:solidFill>
                  <a:schemeClr val="tx1"/>
                </a:solidFill>
                <a:effectLst/>
                <a:latin typeface="+mj-lt"/>
              </a:rPr>
              <a:t>: ~1–5 credits per run.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Training a model</a:t>
            </a:r>
            <a:r>
              <a:rPr kumimoji="0" lang="en-US" altLang="en-US" sz="1800" b="0" i="0" u="none" strike="noStrike" cap="none" normalizeH="0" baseline="0" dirty="0">
                <a:ln>
                  <a:noFill/>
                </a:ln>
                <a:solidFill>
                  <a:schemeClr val="tx1"/>
                </a:solidFill>
                <a:effectLst/>
                <a:latin typeface="+mj-lt"/>
              </a:rPr>
              <a:t>: ~500–1,000 credits depending on complexity. </a:t>
            </a:r>
          </a:p>
        </p:txBody>
      </p:sp>
      <p:pic>
        <p:nvPicPr>
          <p:cNvPr id="10" name="Picture 9" descr="A close-up of a message&#10;&#10;AI-generated content may be incorrect.">
            <a:extLst>
              <a:ext uri="{FF2B5EF4-FFF2-40B4-BE49-F238E27FC236}">
                <a16:creationId xmlns:a16="http://schemas.microsoft.com/office/drawing/2014/main" id="{C3190236-004F-DEFC-F50C-97B7F7A0A451}"/>
              </a:ext>
            </a:extLst>
          </p:cNvPr>
          <p:cNvPicPr>
            <a:picLocks noChangeAspect="1"/>
          </p:cNvPicPr>
          <p:nvPr/>
        </p:nvPicPr>
        <p:blipFill>
          <a:blip r:embed="rId2"/>
          <a:stretch>
            <a:fillRect/>
          </a:stretch>
        </p:blipFill>
        <p:spPr>
          <a:xfrm>
            <a:off x="1150113" y="3093607"/>
            <a:ext cx="9314688" cy="1456124"/>
          </a:xfrm>
          <a:prstGeom prst="rect">
            <a:avLst/>
          </a:prstGeom>
        </p:spPr>
      </p:pic>
      <p:sp>
        <p:nvSpPr>
          <p:cNvPr id="11" name="TextBox 10">
            <a:extLst>
              <a:ext uri="{FF2B5EF4-FFF2-40B4-BE49-F238E27FC236}">
                <a16:creationId xmlns:a16="http://schemas.microsoft.com/office/drawing/2014/main" id="{EAD601AC-405A-ACF8-D0F5-7BF30A4E2ACC}"/>
              </a:ext>
            </a:extLst>
          </p:cNvPr>
          <p:cNvSpPr txBox="1"/>
          <p:nvPr/>
        </p:nvSpPr>
        <p:spPr>
          <a:xfrm>
            <a:off x="1003300" y="4707126"/>
            <a:ext cx="10579100" cy="646331"/>
          </a:xfrm>
          <a:prstGeom prst="rect">
            <a:avLst/>
          </a:prstGeom>
          <a:noFill/>
        </p:spPr>
        <p:txBody>
          <a:bodyPr wrap="square" rtlCol="0">
            <a:spAutoFit/>
          </a:bodyPr>
          <a:lstStyle/>
          <a:p>
            <a:r>
              <a:rPr lang="en-US" dirty="0">
                <a:latin typeface="+mj-lt"/>
              </a:rPr>
              <a:t>- If the request has been accepted. 20,000 credits will be allocated and for training the AI model. It would be sufficient for a 2-page document.</a:t>
            </a:r>
          </a:p>
        </p:txBody>
      </p:sp>
      <p:pic>
        <p:nvPicPr>
          <p:cNvPr id="14" name="Picture 13" descr="A black background with brown text&#10;&#10;AI-generated content may be incorrect.">
            <a:extLst>
              <a:ext uri="{FF2B5EF4-FFF2-40B4-BE49-F238E27FC236}">
                <a16:creationId xmlns:a16="http://schemas.microsoft.com/office/drawing/2014/main" id="{23DA2847-DBC1-17E6-6B02-8666BADCE322}"/>
              </a:ext>
            </a:extLst>
          </p:cNvPr>
          <p:cNvPicPr>
            <a:picLocks noChangeAspect="1"/>
          </p:cNvPicPr>
          <p:nvPr/>
        </p:nvPicPr>
        <p:blipFill>
          <a:blip r:embed="rId3"/>
          <a:stretch>
            <a:fillRect/>
          </a:stretch>
        </p:blipFill>
        <p:spPr>
          <a:xfrm>
            <a:off x="10554830" y="6220969"/>
            <a:ext cx="1637170" cy="637031"/>
          </a:xfrm>
          <a:prstGeom prst="rect">
            <a:avLst/>
          </a:prstGeom>
        </p:spPr>
      </p:pic>
    </p:spTree>
    <p:extLst>
      <p:ext uri="{BB962C8B-B14F-4D97-AF65-F5344CB8AC3E}">
        <p14:creationId xmlns:p14="http://schemas.microsoft.com/office/powerpoint/2010/main" val="5313119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2105014" y="1691455"/>
            <a:ext cx="8249719" cy="2205089"/>
          </a:xfrm>
        </p:spPr>
        <p:txBody>
          <a:bodyPr/>
          <a:lstStyle/>
          <a:p>
            <a:pPr algn="ctr"/>
            <a:r>
              <a:rPr lang="en-US" dirty="0"/>
              <a:t>Thank you</a:t>
            </a:r>
          </a:p>
        </p:txBody>
      </p:sp>
      <p:pic>
        <p:nvPicPr>
          <p:cNvPr id="8" name="Picture 7" descr="A bird and baby birds in a nest&#10;&#10;AI-generated content may be incorrect.">
            <a:extLst>
              <a:ext uri="{FF2B5EF4-FFF2-40B4-BE49-F238E27FC236}">
                <a16:creationId xmlns:a16="http://schemas.microsoft.com/office/drawing/2014/main" id="{2C892797-886F-7E91-CB42-02B505E58C71}"/>
              </a:ext>
            </a:extLst>
          </p:cNvPr>
          <p:cNvPicPr>
            <a:picLocks noChangeAspect="1"/>
          </p:cNvPicPr>
          <p:nvPr/>
        </p:nvPicPr>
        <p:blipFill>
          <a:blip r:embed="rId2"/>
          <a:stretch>
            <a:fillRect/>
          </a:stretch>
        </p:blipFill>
        <p:spPr>
          <a:xfrm>
            <a:off x="10644673" y="5613918"/>
            <a:ext cx="1547327" cy="1244082"/>
          </a:xfrm>
          <a:prstGeom prst="rect">
            <a:avLst/>
          </a:prstGeom>
        </p:spPr>
      </p:pic>
    </p:spTree>
    <p:extLst>
      <p:ext uri="{BB962C8B-B14F-4D97-AF65-F5344CB8AC3E}">
        <p14:creationId xmlns:p14="http://schemas.microsoft.com/office/powerpoint/2010/main" val="7043708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1ada0a2f-b917-4d51-b0d0-d418a10c8b23}" enabled="1" method="Standard" siteId="{12a3af23-a769-4654-847f-958f3d479f4a}" removed="0"/>
</clbl:labelList>
</file>

<file path=docProps/app.xml><?xml version="1.0" encoding="utf-8"?>
<Properties xmlns="http://schemas.openxmlformats.org/officeDocument/2006/extended-properties" xmlns:vt="http://schemas.openxmlformats.org/officeDocument/2006/docPropsVTypes">
  <Template>{5F162309-58A6-475D-A452-44005E25CFF6}TF3977e381-cba5-49b1-ba43-b5d865517af907ebbda9_win32-372d4d6ae720</Template>
  <TotalTime>255</TotalTime>
  <Words>799</Words>
  <Application>Microsoft Office PowerPoint</Application>
  <PresentationFormat>Widescreen</PresentationFormat>
  <Paragraphs>82</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Tisa Offc Serif Pro</vt:lpstr>
      <vt:lpstr>Univers Light</vt:lpstr>
      <vt:lpstr>Custom</vt:lpstr>
      <vt:lpstr>AI Initiative For Promotions Credit Notes Validation</vt:lpstr>
      <vt:lpstr>Agenda</vt:lpstr>
      <vt:lpstr>Interface (Validation App)</vt:lpstr>
      <vt:lpstr>The Project (Validation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Estimated cost &amp; time for implementation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Morgan,Shaimaa,EG-Cairo,External</dc:creator>
  <cp:lastModifiedBy>Shaima Morgan</cp:lastModifiedBy>
  <cp:revision>2</cp:revision>
  <dcterms:created xsi:type="dcterms:W3CDTF">2025-10-03T16:29:51Z</dcterms:created>
  <dcterms:modified xsi:type="dcterms:W3CDTF">2026-07-16T11:21:50Z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